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media/image21.jpg" ContentType="image/jpg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3" r:id="rId2"/>
    <p:sldMasterId id="2147483705" r:id="rId3"/>
  </p:sldMasterIdLst>
  <p:notesMasterIdLst>
    <p:notesMasterId r:id="rId23"/>
  </p:notesMasterIdLst>
  <p:sldIdLst>
    <p:sldId id="256" r:id="rId4"/>
    <p:sldId id="1564" r:id="rId5"/>
    <p:sldId id="388" r:id="rId6"/>
    <p:sldId id="389" r:id="rId7"/>
    <p:sldId id="1561" r:id="rId8"/>
    <p:sldId id="1565" r:id="rId9"/>
    <p:sldId id="361" r:id="rId10"/>
    <p:sldId id="358" r:id="rId11"/>
    <p:sldId id="283" r:id="rId12"/>
    <p:sldId id="1562" r:id="rId13"/>
    <p:sldId id="257" r:id="rId14"/>
    <p:sldId id="418" r:id="rId15"/>
    <p:sldId id="1566" r:id="rId16"/>
    <p:sldId id="262" r:id="rId17"/>
    <p:sldId id="417" r:id="rId18"/>
    <p:sldId id="419" r:id="rId19"/>
    <p:sldId id="266" r:id="rId20"/>
    <p:sldId id="258" r:id="rId21"/>
    <p:sldId id="1567" r:id="rId22"/>
  </p:sldIdLst>
  <p:sldSz cx="12192000" cy="6858000"/>
  <p:notesSz cx="6735763" cy="9866313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20CD"/>
    <a:srgbClr val="CC6600"/>
    <a:srgbClr val="006600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202B0CA-FC54-4496-8BCA-5EF66A818D29}" styleName="Темний стиль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Помірний стиль 2 –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Помір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EC20E35-A176-4012-BC5E-935CFFF8708E}" styleName="Помірний стиль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Помірний стиль 2 –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D7B26C5-4107-4FEC-AEDC-1716B250A1EF}" styleName="Світли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309" autoAdjust="0"/>
    <p:restoredTop sz="93391" autoAdjust="0"/>
  </p:normalViewPr>
  <p:slideViewPr>
    <p:cSldViewPr snapToGrid="0">
      <p:cViewPr varScale="1">
        <p:scale>
          <a:sx n="43" d="100"/>
          <a:sy n="43" d="100"/>
        </p:scale>
        <p:origin x="54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&#1050;&#1085;&#1080;&#1075;&#1072;3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uk-U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6.8813131313131312E-2"/>
          <c:y val="0.1792778958705552"/>
          <c:w val="0.84722222222222221"/>
          <c:h val="0.81914973999821694"/>
        </c:manualLayout>
      </c:layout>
      <c:pie3D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01-D9D3-49A3-AF92-DEFC8C724EF4}"/>
              </c:ext>
            </c:extLst>
          </c:dPt>
          <c:dPt>
            <c:idx val="1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03-D9D3-49A3-AF92-DEFC8C724EF4}"/>
              </c:ext>
            </c:extLst>
          </c:dPt>
          <c:dPt>
            <c:idx val="2"/>
            <c:bubble3D val="0"/>
            <c:spPr>
              <a:solidFill>
                <a:schemeClr val="accent3">
                  <a:lumMod val="40000"/>
                  <a:lumOff val="60000"/>
                </a:schemeClr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05-D9D3-49A3-AF92-DEFC8C724EF4}"/>
              </c:ext>
            </c:extLst>
          </c:dPt>
          <c:dPt>
            <c:idx val="3"/>
            <c:bubble3D val="0"/>
            <c:spPr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07-D9D3-49A3-AF92-DEFC8C724EF4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09-D9D3-49A3-AF92-DEFC8C724EF4}"/>
              </c:ext>
            </c:extLst>
          </c:dPt>
          <c:dLbls>
            <c:dLbl>
              <c:idx val="0"/>
              <c:layout>
                <c:manualLayout>
                  <c:x val="-5.4292929292929198E-2"/>
                  <c:y val="-0.15480919113826511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2000" b="1" i="0" u="none" strike="noStrike" kern="1200" spc="0" baseline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84F6D119-FF3A-4EC3-8E0C-5F338451F290}" type="CATEGORYNAME">
                      <a:rPr lang="uk-UA" sz="1800"/>
                      <a:pPr>
                        <a:defRPr sz="2000"/>
                      </a:pPr>
                      <a:t>[ІМ’Я КАТЕГОРІЇ]</a:t>
                    </a:fld>
                    <a:r>
                      <a:rPr lang="uk-UA" sz="1800" baseline="0" dirty="0"/>
                      <a:t>; </a:t>
                    </a:r>
                    <a:fld id="{DB9949F0-091F-4CCF-97DD-A8CFB7668F22}" type="VALUE">
                      <a:rPr lang="uk-UA" sz="1800" baseline="0"/>
                      <a:pPr>
                        <a:defRPr sz="2000"/>
                      </a:pPr>
                      <a:t>[ЗНАЧЕННЯ]</a:t>
                    </a:fld>
                    <a:endParaRPr lang="uk-UA" sz="1800" baseline="0" dirty="0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2000" b="1" i="0" u="none" strike="noStrike" kern="1200" spc="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uk-UA"/>
                </a:p>
              </c:txPr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9227272727272729"/>
                      <c:h val="0.13157825300070483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D9D3-49A3-AF92-DEFC8C724EF4}"/>
                </c:ext>
              </c:extLst>
            </c:dLbl>
            <c:dLbl>
              <c:idx val="1"/>
              <c:layout>
                <c:manualLayout>
                  <c:x val="-0.13936497819944638"/>
                  <c:y val="-8.8390884153933327E-3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2000" b="1" i="0" u="none" strike="noStrike" kern="1200" spc="0" baseline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3CF0B7C6-1283-4862-B4B3-9DC8FE27DBC0}" type="CATEGORYNAME">
                      <a:rPr lang="uk-UA" sz="1800"/>
                      <a:pPr>
                        <a:defRPr sz="2000">
                          <a:solidFill>
                            <a:schemeClr val="accent1"/>
                          </a:solidFill>
                        </a:defRPr>
                      </a:pPr>
                      <a:t>[ІМ’Я КАТЕГОРІЇ]</a:t>
                    </a:fld>
                    <a:r>
                      <a:rPr lang="uk-UA" sz="1800" baseline="0" dirty="0"/>
                      <a:t>; </a:t>
                    </a:r>
                    <a:fld id="{95EF0FC3-9732-4B28-B07F-3BD0685364DB}" type="VALUE">
                      <a:rPr lang="uk-UA" sz="1800" baseline="0"/>
                      <a:pPr>
                        <a:defRPr sz="2000">
                          <a:solidFill>
                            <a:schemeClr val="accent1"/>
                          </a:solidFill>
                        </a:defRPr>
                      </a:pPr>
                      <a:t>[ЗНАЧЕННЯ]</a:t>
                    </a:fld>
                    <a:endParaRPr lang="uk-UA" sz="1800" baseline="0" dirty="0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2000" b="1" i="0" u="none" strike="noStrike" kern="1200" spc="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uk-UA"/>
                </a:p>
              </c:txPr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7808058316480929"/>
                      <c:h val="0.19355957593237816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D9D3-49A3-AF92-DEFC8C724EF4}"/>
                </c:ext>
              </c:extLst>
            </c:dLbl>
            <c:dLbl>
              <c:idx val="2"/>
              <c:layout>
                <c:manualLayout>
                  <c:x val="0"/>
                  <c:y val="6.9551070266836296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2000" b="1" i="0" u="none" strike="noStrike" kern="1200" spc="0" baseline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8D1B5FD3-0CAF-47EE-A2E8-F6426349701C}" type="CATEGORYNAME">
                      <a:rPr lang="uk-UA" sz="1800"/>
                      <a:pPr>
                        <a:defRPr sz="2000">
                          <a:solidFill>
                            <a:schemeClr val="accent1"/>
                          </a:solidFill>
                        </a:defRPr>
                      </a:pPr>
                      <a:t>[ІМ’Я КАТЕГОРІЇ]</a:t>
                    </a:fld>
                    <a:r>
                      <a:rPr lang="uk-UA" sz="1800" dirty="0"/>
                      <a:t> (</a:t>
                    </a:r>
                    <a:r>
                      <a:rPr lang="uk-UA" sz="1800" dirty="0" err="1"/>
                      <a:t>вульво</a:t>
                    </a:r>
                    <a:r>
                      <a:rPr lang="uk-UA" sz="1800" dirty="0"/>
                      <a:t>-вагінальний </a:t>
                    </a:r>
                    <a:r>
                      <a:rPr lang="uk-UA" sz="1800" dirty="0" err="1"/>
                      <a:t>кандидоз</a:t>
                    </a:r>
                    <a:r>
                      <a:rPr lang="uk-UA" sz="1800" dirty="0"/>
                      <a:t>); </a:t>
                    </a:r>
                    <a:fld id="{ADAE7203-609A-4F03-B44C-4762A0FC3BDE}" type="VALUE">
                      <a:rPr lang="uk-UA" sz="1800"/>
                      <a:pPr>
                        <a:defRPr sz="2000">
                          <a:solidFill>
                            <a:schemeClr val="accent1"/>
                          </a:solidFill>
                        </a:defRPr>
                      </a:pPr>
                      <a:t>[ЗНАЧЕННЯ]</a:t>
                    </a:fld>
                    <a:endParaRPr lang="uk-UA" sz="1800" dirty="0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2000" b="1" i="0" u="none" strike="noStrike" kern="1200" spc="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uk-UA"/>
                </a:p>
              </c:txPr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8326383917919351"/>
                      <c:h val="0.26620829218020875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D9D3-49A3-AF92-DEFC8C724EF4}"/>
                </c:ext>
              </c:extLst>
            </c:dLbl>
            <c:dLbl>
              <c:idx val="3"/>
              <c:layout>
                <c:manualLayout>
                  <c:x val="1.2626212916567224E-2"/>
                  <c:y val="-2.6137372968924332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2000" b="1" i="0" u="none" strike="noStrike" kern="1200" spc="0" baseline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E968E1AD-2DE7-4061-B5F3-CD3ACF2D8199}" type="CATEGORYNAME">
                      <a:rPr lang="uk-UA" sz="1800"/>
                      <a:pPr>
                        <a:defRPr sz="2000">
                          <a:solidFill>
                            <a:schemeClr val="accent1"/>
                          </a:solidFill>
                        </a:defRPr>
                      </a:pPr>
                      <a:t>[ІМ’Я КАТЕГОРІЇ]</a:t>
                    </a:fld>
                    <a:r>
                      <a:rPr lang="uk-UA" sz="1800" baseline="0" dirty="0"/>
                      <a:t>; </a:t>
                    </a:r>
                    <a:fld id="{CF97D18F-D798-42AE-ACA8-83E3BB62C43F}" type="VALUE">
                      <a:rPr lang="uk-UA" sz="1800" baseline="0"/>
                      <a:pPr>
                        <a:defRPr sz="2000">
                          <a:solidFill>
                            <a:schemeClr val="accent1"/>
                          </a:solidFill>
                        </a:defRPr>
                      </a:pPr>
                      <a:t>[ЗНАЧЕННЯ]</a:t>
                    </a:fld>
                    <a:endParaRPr lang="uk-UA" sz="1800" baseline="0" dirty="0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2000" b="1" i="0" u="none" strike="noStrike" kern="1200" spc="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uk-UA"/>
                </a:p>
              </c:txPr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891604032450489"/>
                      <c:h val="0.15183593359384956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7-D9D3-49A3-AF92-DEFC8C724EF4}"/>
                </c:ext>
              </c:extLst>
            </c:dLbl>
            <c:dLbl>
              <c:idx val="4"/>
              <c:layout>
                <c:manualLayout>
                  <c:x val="0.11363636363636359"/>
                  <c:y val="-5.8243417324656432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2000" b="1" i="0" u="none" strike="noStrike" kern="1200" spc="0" baseline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496F2DB6-278E-47ED-AF70-296B9C218462}" type="CATEGORYNAME">
                      <a:rPr lang="uk-UA" sz="1800"/>
                      <a:pPr>
                        <a:defRPr sz="2000">
                          <a:solidFill>
                            <a:schemeClr val="accent1"/>
                          </a:solidFill>
                        </a:defRPr>
                      </a:pPr>
                      <a:t>[ІМ’Я КАТЕГОРІЇ]</a:t>
                    </a:fld>
                    <a:r>
                      <a:rPr lang="uk-UA" sz="1800" baseline="0" dirty="0"/>
                      <a:t>; </a:t>
                    </a:r>
                    <a:fld id="{D9A5D554-E859-4E23-B576-8DAAC92ABBC1}" type="VALUE">
                      <a:rPr lang="uk-UA" sz="1800" baseline="0"/>
                      <a:pPr>
                        <a:defRPr sz="2000">
                          <a:solidFill>
                            <a:schemeClr val="accent1"/>
                          </a:solidFill>
                        </a:defRPr>
                      </a:pPr>
                      <a:t>[ЗНАЧЕННЯ]</a:t>
                    </a:fld>
                    <a:endParaRPr lang="uk-UA" sz="1800" baseline="0" dirty="0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2000" b="1" i="0" u="none" strike="noStrike" kern="1200" spc="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uk-UA"/>
                </a:p>
              </c:txPr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9-D9D3-49A3-AF92-DEFC8C724EF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1" i="0" u="none" strike="noStrike" kern="1200" spc="0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pPr>
                <a:endParaRPr lang="uk-UA"/>
              </a:p>
            </c:txPr>
            <c:dLblPos val="outEnd"/>
            <c:showLegendKey val="0"/>
            <c:showVal val="1"/>
            <c:showCatName val="1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Лист1!$A$1:$A$5</c:f>
              <c:strCache>
                <c:ptCount val="5"/>
                <c:pt idx="0">
                  <c:v>бактеріальний вагіноз</c:v>
                </c:pt>
                <c:pt idx="1">
                  <c:v>вульвовагініти змішаної етіології</c:v>
                </c:pt>
                <c:pt idx="2">
                  <c:v>ВВК</c:v>
                </c:pt>
                <c:pt idx="3">
                  <c:v>трихомоніаз</c:v>
                </c:pt>
                <c:pt idx="4">
                  <c:v>атрофічний кольпіт</c:v>
                </c:pt>
              </c:strCache>
            </c:strRef>
          </c:cat>
          <c:val>
            <c:numRef>
              <c:f>Лист1!$B$1:$B$5</c:f>
              <c:numCache>
                <c:formatCode>0.00%</c:formatCode>
                <c:ptCount val="5"/>
                <c:pt idx="0">
                  <c:v>0.41099999999999998</c:v>
                </c:pt>
                <c:pt idx="1">
                  <c:v>0.26590000000000003</c:v>
                </c:pt>
                <c:pt idx="2">
                  <c:v>0.19220000000000001</c:v>
                </c:pt>
                <c:pt idx="3">
                  <c:v>4.65E-2</c:v>
                </c:pt>
                <c:pt idx="4">
                  <c:v>8.4400000000000003E-2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D9D3-49A3-AF92-DEFC8C724EF4}"/>
            </c:ext>
          </c:extLst>
        </c:ser>
        <c:dLbls>
          <c:dLblPos val="outEnd"/>
          <c:showLegendKey val="0"/>
          <c:showVal val="0"/>
          <c:showCatName val="1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uk-UA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cs:styleClr val="auto"/>
    </cs:fontRef>
    <cs:defRPr sz="1330" b="1" i="0" u="none" strike="noStrike" kern="1200" spc="0" baseline="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33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635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10000"/>
          </a:prstClr>
        </a:outerShdw>
      </a:effectLst>
      <a:scene3d>
        <a:camera prst="orthographicFront"/>
        <a:lightRig rig="threePt" dir="t"/>
      </a:scene3d>
      <a:sp3d>
        <a:bevelT w="127000" h="127000"/>
        <a:bevelB w="127000" h="127000"/>
      </a:sp3d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C1AD184-9DD5-472C-923F-D3B36DC6595C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B47729A3-E407-4CDD-965E-892D4CF01E37}">
      <dgm:prSet phldrT="[Текст]" custT="1"/>
      <dgm:spPr/>
      <dgm:t>
        <a:bodyPr/>
        <a:lstStyle/>
        <a:p>
          <a:r>
            <a:rPr lang="en-US" sz="1800" dirty="0"/>
            <a:t>CITOLAB™ pH</a:t>
          </a:r>
          <a:endParaRPr lang="uk-UA" sz="1800" dirty="0"/>
        </a:p>
      </dgm:t>
    </dgm:pt>
    <dgm:pt modelId="{5C73F828-C22F-4D38-AE5B-2F53A742F5FE}" type="parTrans" cxnId="{632B2ADF-372F-4A8E-B654-3D79C7F32407}">
      <dgm:prSet/>
      <dgm:spPr/>
      <dgm:t>
        <a:bodyPr/>
        <a:lstStyle/>
        <a:p>
          <a:endParaRPr lang="uk-UA" sz="1800"/>
        </a:p>
      </dgm:t>
    </dgm:pt>
    <dgm:pt modelId="{F666C9C3-D633-403D-97E0-E404E359A509}" type="sibTrans" cxnId="{632B2ADF-372F-4A8E-B654-3D79C7F32407}">
      <dgm:prSet/>
      <dgm:spPr/>
      <dgm:t>
        <a:bodyPr/>
        <a:lstStyle/>
        <a:p>
          <a:endParaRPr lang="uk-UA" sz="1800"/>
        </a:p>
      </dgm:t>
    </dgm:pt>
    <dgm:pt modelId="{DAD5E843-C8EE-4A30-A7AF-BE19B2A69112}">
      <dgm:prSet phldrT="[Текст]" custT="1"/>
      <dgm:spPr/>
      <dgm:t>
        <a:bodyPr/>
        <a:lstStyle/>
        <a:p>
          <a:r>
            <a:rPr lang="en-US" sz="1800" dirty="0"/>
            <a:t>pH &gt;4,</a:t>
          </a:r>
          <a:r>
            <a:rPr lang="uk-UA" sz="1800" dirty="0"/>
            <a:t>4</a:t>
          </a:r>
        </a:p>
      </dgm:t>
    </dgm:pt>
    <dgm:pt modelId="{F99EC6BD-3266-4673-BF22-B25A86112257}" type="parTrans" cxnId="{BD7575A6-6C6C-4CE7-9C60-D52770A942CF}">
      <dgm:prSet/>
      <dgm:spPr/>
      <dgm:t>
        <a:bodyPr/>
        <a:lstStyle/>
        <a:p>
          <a:endParaRPr lang="uk-UA" sz="1800"/>
        </a:p>
      </dgm:t>
    </dgm:pt>
    <dgm:pt modelId="{46C25912-6D41-4CF9-864D-37D0E0EFAE7F}" type="sibTrans" cxnId="{BD7575A6-6C6C-4CE7-9C60-D52770A942CF}">
      <dgm:prSet/>
      <dgm:spPr/>
      <dgm:t>
        <a:bodyPr/>
        <a:lstStyle/>
        <a:p>
          <a:endParaRPr lang="uk-UA" sz="1800"/>
        </a:p>
      </dgm:t>
    </dgm:pt>
    <dgm:pt modelId="{2A961C96-8ACA-4BF0-8742-2FEF87159D23}">
      <dgm:prSet phldrT="[Текст]" custT="1"/>
      <dgm:spPr/>
      <dgm:t>
        <a:bodyPr/>
        <a:lstStyle/>
        <a:p>
          <a:r>
            <a:rPr lang="uk-UA" sz="1800" b="1" dirty="0"/>
            <a:t>БВ</a:t>
          </a:r>
        </a:p>
      </dgm:t>
    </dgm:pt>
    <dgm:pt modelId="{03FA4B19-99DB-4D74-BD87-AB4181154A8D}" type="parTrans" cxnId="{4C16B0A8-39D4-4366-96C4-621BAFB0B35E}">
      <dgm:prSet/>
      <dgm:spPr/>
      <dgm:t>
        <a:bodyPr/>
        <a:lstStyle/>
        <a:p>
          <a:endParaRPr lang="uk-UA" sz="1800"/>
        </a:p>
      </dgm:t>
    </dgm:pt>
    <dgm:pt modelId="{00D1E44C-AAD0-4D83-8071-0A4D4FCE7089}" type="sibTrans" cxnId="{4C16B0A8-39D4-4366-96C4-621BAFB0B35E}">
      <dgm:prSet/>
      <dgm:spPr/>
      <dgm:t>
        <a:bodyPr/>
        <a:lstStyle/>
        <a:p>
          <a:endParaRPr lang="uk-UA" sz="1800"/>
        </a:p>
      </dgm:t>
    </dgm:pt>
    <dgm:pt modelId="{13ECBBB9-2E3D-41CC-A9ED-59D2728065F7}">
      <dgm:prSet phldrT="[Текст]" custT="1"/>
      <dgm:spPr/>
      <dgm:t>
        <a:bodyPr/>
        <a:lstStyle/>
        <a:p>
          <a:r>
            <a:rPr lang="uk-UA" sz="1800" b="1" dirty="0" err="1"/>
            <a:t>Трихомоніаз</a:t>
          </a:r>
          <a:endParaRPr lang="uk-UA" sz="1800" b="1" dirty="0"/>
        </a:p>
      </dgm:t>
    </dgm:pt>
    <dgm:pt modelId="{969F43EA-496F-48E3-9359-0A695BF84D78}" type="parTrans" cxnId="{5518D110-53D3-4B09-A27E-4F681E5C1B3D}">
      <dgm:prSet/>
      <dgm:spPr/>
      <dgm:t>
        <a:bodyPr/>
        <a:lstStyle/>
        <a:p>
          <a:endParaRPr lang="uk-UA" sz="1800"/>
        </a:p>
      </dgm:t>
    </dgm:pt>
    <dgm:pt modelId="{D5AC2E2C-78A8-4A6C-B194-FDC2D7845A05}" type="sibTrans" cxnId="{5518D110-53D3-4B09-A27E-4F681E5C1B3D}">
      <dgm:prSet/>
      <dgm:spPr/>
      <dgm:t>
        <a:bodyPr/>
        <a:lstStyle/>
        <a:p>
          <a:endParaRPr lang="uk-UA" sz="1800"/>
        </a:p>
      </dgm:t>
    </dgm:pt>
    <dgm:pt modelId="{71488FE7-FAD1-4076-8F49-6F5A46B88709}">
      <dgm:prSet phldrT="[Текст]" custT="1"/>
      <dgm:spPr/>
      <dgm:t>
        <a:bodyPr/>
        <a:lstStyle/>
        <a:p>
          <a:r>
            <a:rPr lang="ru-RU" sz="1800" dirty="0"/>
            <a:t>рН 4,0-4,4</a:t>
          </a:r>
          <a:endParaRPr lang="uk-UA" sz="1800" dirty="0"/>
        </a:p>
      </dgm:t>
    </dgm:pt>
    <dgm:pt modelId="{1748063A-F4AC-4097-8BC0-2C83511544CD}" type="parTrans" cxnId="{AD0D6ECF-E335-4944-8321-FE6A10497A8B}">
      <dgm:prSet/>
      <dgm:spPr/>
      <dgm:t>
        <a:bodyPr/>
        <a:lstStyle/>
        <a:p>
          <a:endParaRPr lang="uk-UA" sz="1800"/>
        </a:p>
      </dgm:t>
    </dgm:pt>
    <dgm:pt modelId="{B34CC3F7-9BF9-401C-917F-BCFDDCFC3534}" type="sibTrans" cxnId="{AD0D6ECF-E335-4944-8321-FE6A10497A8B}">
      <dgm:prSet/>
      <dgm:spPr/>
      <dgm:t>
        <a:bodyPr/>
        <a:lstStyle/>
        <a:p>
          <a:endParaRPr lang="uk-UA" sz="1800"/>
        </a:p>
      </dgm:t>
    </dgm:pt>
    <dgm:pt modelId="{3E5E86C0-862D-4DBE-A4A8-A9875F9398D0}">
      <dgm:prSet phldrT="[Текст]" custT="1"/>
      <dgm:spPr/>
      <dgm:t>
        <a:bodyPr/>
        <a:lstStyle/>
        <a:p>
          <a:r>
            <a:rPr lang="uk-UA" sz="1800" b="1" dirty="0" err="1"/>
            <a:t>Вульвовагінальний</a:t>
          </a:r>
          <a:r>
            <a:rPr lang="uk-UA" sz="1800" b="1" dirty="0"/>
            <a:t> </a:t>
          </a:r>
          <a:r>
            <a:rPr lang="uk-UA" sz="1800" b="1" dirty="0" err="1"/>
            <a:t>кандидоз</a:t>
          </a:r>
          <a:endParaRPr lang="uk-UA" sz="1800" b="1" dirty="0"/>
        </a:p>
      </dgm:t>
    </dgm:pt>
    <dgm:pt modelId="{988CC210-92D0-4BEA-86C0-24F730A3C8BD}" type="parTrans" cxnId="{E82281FB-1E06-4BC1-98B3-3D34460AEFF8}">
      <dgm:prSet/>
      <dgm:spPr/>
      <dgm:t>
        <a:bodyPr/>
        <a:lstStyle/>
        <a:p>
          <a:endParaRPr lang="uk-UA" sz="1800"/>
        </a:p>
      </dgm:t>
    </dgm:pt>
    <dgm:pt modelId="{B18E50E1-6064-49CB-B021-40A9C2105113}" type="sibTrans" cxnId="{E82281FB-1E06-4BC1-98B3-3D34460AEFF8}">
      <dgm:prSet/>
      <dgm:spPr/>
      <dgm:t>
        <a:bodyPr/>
        <a:lstStyle/>
        <a:p>
          <a:endParaRPr lang="uk-UA" sz="1800"/>
        </a:p>
      </dgm:t>
    </dgm:pt>
    <dgm:pt modelId="{B1FDD96D-B938-4C37-A948-9DA3426CC31B}">
      <dgm:prSet custT="1"/>
      <dgm:spPr/>
      <dgm:t>
        <a:bodyPr/>
        <a:lstStyle/>
        <a:p>
          <a:r>
            <a:rPr lang="uk-UA" sz="1800" dirty="0"/>
            <a:t>мікроскопія з використанням критеріїв </a:t>
          </a:r>
          <a:r>
            <a:rPr lang="uk-UA" sz="1800" dirty="0" err="1"/>
            <a:t>Хей-Айсон</a:t>
          </a:r>
          <a:r>
            <a:rPr lang="uk-UA" sz="1800" dirty="0"/>
            <a:t> </a:t>
          </a:r>
        </a:p>
      </dgm:t>
    </dgm:pt>
    <dgm:pt modelId="{9B38C16F-6B31-4AC7-A4D6-73122261DE28}" type="parTrans" cxnId="{A458FB29-BE22-47DB-8137-806E236D2018}">
      <dgm:prSet/>
      <dgm:spPr/>
      <dgm:t>
        <a:bodyPr/>
        <a:lstStyle/>
        <a:p>
          <a:endParaRPr lang="uk-UA" sz="1800"/>
        </a:p>
      </dgm:t>
    </dgm:pt>
    <dgm:pt modelId="{FE76F5DF-DEC2-4112-A3AF-A2AB4D9877E0}" type="sibTrans" cxnId="{A458FB29-BE22-47DB-8137-806E236D2018}">
      <dgm:prSet/>
      <dgm:spPr/>
      <dgm:t>
        <a:bodyPr/>
        <a:lstStyle/>
        <a:p>
          <a:endParaRPr lang="uk-UA" sz="1800"/>
        </a:p>
      </dgm:t>
    </dgm:pt>
    <dgm:pt modelId="{04DF4528-A2C3-4705-B09D-AE087D83B894}">
      <dgm:prSet custT="1"/>
      <dgm:spPr/>
      <dgm:t>
        <a:bodyPr/>
        <a:lstStyle/>
        <a:p>
          <a:r>
            <a:rPr lang="ru-RU" sz="1800" dirty="0" err="1"/>
            <a:t>молекулярна</a:t>
          </a:r>
          <a:r>
            <a:rPr lang="ru-RU" sz="1800" dirty="0"/>
            <a:t> </a:t>
          </a:r>
          <a:r>
            <a:rPr lang="ru-RU" sz="1800" dirty="0" err="1"/>
            <a:t>діагностика</a:t>
          </a:r>
          <a:r>
            <a:rPr lang="ru-RU" sz="1800" dirty="0"/>
            <a:t> (ПЛР)</a:t>
          </a:r>
          <a:endParaRPr lang="uk-UA" sz="1800" dirty="0"/>
        </a:p>
      </dgm:t>
    </dgm:pt>
    <dgm:pt modelId="{36DA145C-0D25-4C69-9D76-4908EC4C443E}" type="parTrans" cxnId="{1E909F35-D627-4A43-8065-5FB2F9CFE4A8}">
      <dgm:prSet/>
      <dgm:spPr/>
      <dgm:t>
        <a:bodyPr/>
        <a:lstStyle/>
        <a:p>
          <a:endParaRPr lang="uk-UA" sz="1800"/>
        </a:p>
      </dgm:t>
    </dgm:pt>
    <dgm:pt modelId="{E2C83999-9F11-44F7-A190-35155F29E6DC}" type="sibTrans" cxnId="{1E909F35-D627-4A43-8065-5FB2F9CFE4A8}">
      <dgm:prSet/>
      <dgm:spPr/>
      <dgm:t>
        <a:bodyPr/>
        <a:lstStyle/>
        <a:p>
          <a:endParaRPr lang="uk-UA" sz="1800"/>
        </a:p>
      </dgm:t>
    </dgm:pt>
    <dgm:pt modelId="{41BB9160-399A-484F-93EB-E390AD1A22D3}">
      <dgm:prSet custT="1"/>
      <dgm:spPr/>
      <dgm:t>
        <a:bodyPr/>
        <a:lstStyle/>
        <a:p>
          <a:r>
            <a:rPr lang="uk-UA" sz="1800" dirty="0"/>
            <a:t>мікроскопія</a:t>
          </a:r>
        </a:p>
      </dgm:t>
    </dgm:pt>
    <dgm:pt modelId="{385ABAAE-ED91-4458-9EA8-DF77BFEFA14B}" type="parTrans" cxnId="{D48B9A33-6DC8-4041-9852-B122EE12A7BD}">
      <dgm:prSet/>
      <dgm:spPr/>
      <dgm:t>
        <a:bodyPr/>
        <a:lstStyle/>
        <a:p>
          <a:endParaRPr lang="uk-UA" sz="1800"/>
        </a:p>
      </dgm:t>
    </dgm:pt>
    <dgm:pt modelId="{405BCDC8-B507-4ECB-A965-705A746585AD}" type="sibTrans" cxnId="{D48B9A33-6DC8-4041-9852-B122EE12A7BD}">
      <dgm:prSet/>
      <dgm:spPr/>
      <dgm:t>
        <a:bodyPr/>
        <a:lstStyle/>
        <a:p>
          <a:endParaRPr lang="uk-UA" sz="1800"/>
        </a:p>
      </dgm:t>
    </dgm:pt>
    <dgm:pt modelId="{3098ECFC-6026-4975-90F7-37EE0E0A6702}">
      <dgm:prSet phldrT="[Текст]" custT="1"/>
      <dgm:spPr/>
      <dgm:t>
        <a:bodyPr/>
        <a:lstStyle/>
        <a:p>
          <a:r>
            <a:rPr lang="ru-RU" sz="1800" dirty="0"/>
            <a:t>рН≥ 6</a:t>
          </a:r>
          <a:endParaRPr lang="uk-UA" sz="1800" dirty="0"/>
        </a:p>
      </dgm:t>
    </dgm:pt>
    <dgm:pt modelId="{A042F090-6019-4547-8284-5598E769C191}" type="parTrans" cxnId="{C02151F7-3C90-4D83-B0E1-76FBBCFCFC95}">
      <dgm:prSet/>
      <dgm:spPr/>
      <dgm:t>
        <a:bodyPr/>
        <a:lstStyle/>
        <a:p>
          <a:endParaRPr lang="uk-UA"/>
        </a:p>
      </dgm:t>
    </dgm:pt>
    <dgm:pt modelId="{9E6F74BE-5C86-47A5-8519-BE60081AC177}" type="sibTrans" cxnId="{C02151F7-3C90-4D83-B0E1-76FBBCFCFC95}">
      <dgm:prSet/>
      <dgm:spPr/>
      <dgm:t>
        <a:bodyPr/>
        <a:lstStyle/>
        <a:p>
          <a:endParaRPr lang="uk-UA"/>
        </a:p>
      </dgm:t>
    </dgm:pt>
    <dgm:pt modelId="{F7A4A0AC-798C-43DC-AE82-482B960174FD}">
      <dgm:prSet phldrT="[Текст]"/>
      <dgm:spPr/>
      <dgm:t>
        <a:bodyPr/>
        <a:lstStyle/>
        <a:p>
          <a:r>
            <a:rPr lang="ru-RU" b="1" dirty="0" err="1"/>
            <a:t>Аеробний</a:t>
          </a:r>
          <a:r>
            <a:rPr lang="ru-RU" b="1" dirty="0"/>
            <a:t> </a:t>
          </a:r>
          <a:r>
            <a:rPr lang="ru-RU" b="1" dirty="0" err="1"/>
            <a:t>вагініт</a:t>
          </a:r>
          <a:endParaRPr lang="uk-UA" b="1" dirty="0"/>
        </a:p>
      </dgm:t>
    </dgm:pt>
    <dgm:pt modelId="{2022A023-4F48-4CF7-8566-311B0C7F5704}" type="parTrans" cxnId="{38619B68-639D-4218-AE4C-F166F250CA4E}">
      <dgm:prSet/>
      <dgm:spPr/>
      <dgm:t>
        <a:bodyPr/>
        <a:lstStyle/>
        <a:p>
          <a:endParaRPr lang="ru-RU"/>
        </a:p>
      </dgm:t>
    </dgm:pt>
    <dgm:pt modelId="{00EC19BB-B713-46F2-BE91-8F0436678201}" type="sibTrans" cxnId="{38619B68-639D-4218-AE4C-F166F250CA4E}">
      <dgm:prSet/>
      <dgm:spPr/>
      <dgm:t>
        <a:bodyPr/>
        <a:lstStyle/>
        <a:p>
          <a:endParaRPr lang="ru-RU"/>
        </a:p>
      </dgm:t>
    </dgm:pt>
    <dgm:pt modelId="{CD33DA7E-8898-4FD4-96F0-C1651306B193}">
      <dgm:prSet phldrT="[Текст]"/>
      <dgm:spPr/>
      <dgm:t>
        <a:bodyPr/>
        <a:lstStyle/>
        <a:p>
          <a:r>
            <a:rPr lang="ru-RU" dirty="0" err="1"/>
            <a:t>мікроскопія</a:t>
          </a:r>
          <a:r>
            <a:rPr lang="ru-RU" dirty="0"/>
            <a:t> з </a:t>
          </a:r>
          <a:r>
            <a:rPr lang="ru-RU" dirty="0" err="1"/>
            <a:t>використанням</a:t>
          </a:r>
          <a:r>
            <a:rPr lang="ru-RU" dirty="0"/>
            <a:t> </a:t>
          </a:r>
          <a:r>
            <a:rPr lang="ru-RU" dirty="0" err="1"/>
            <a:t>критеріїв</a:t>
          </a:r>
          <a:r>
            <a:rPr lang="ru-RU" dirty="0"/>
            <a:t> </a:t>
          </a:r>
          <a:r>
            <a:rPr lang="ru-RU" dirty="0" err="1"/>
            <a:t>Хей-Айсон</a:t>
          </a:r>
          <a:r>
            <a:rPr lang="ru-RU" dirty="0"/>
            <a:t> </a:t>
          </a:r>
          <a:endParaRPr lang="uk-UA" dirty="0"/>
        </a:p>
      </dgm:t>
    </dgm:pt>
    <dgm:pt modelId="{6917DF59-19B8-4809-A3FE-007F745432B5}" type="parTrans" cxnId="{7A816D9F-2CB8-4841-B112-DBEE6B5AAE10}">
      <dgm:prSet/>
      <dgm:spPr/>
      <dgm:t>
        <a:bodyPr/>
        <a:lstStyle/>
        <a:p>
          <a:endParaRPr lang="ru-RU"/>
        </a:p>
      </dgm:t>
    </dgm:pt>
    <dgm:pt modelId="{FE1418A0-A373-499E-8CD5-56012B76FBE0}" type="sibTrans" cxnId="{7A816D9F-2CB8-4841-B112-DBEE6B5AAE10}">
      <dgm:prSet/>
      <dgm:spPr/>
      <dgm:t>
        <a:bodyPr/>
        <a:lstStyle/>
        <a:p>
          <a:endParaRPr lang="ru-RU"/>
        </a:p>
      </dgm:t>
    </dgm:pt>
    <dgm:pt modelId="{44CA6086-329A-4667-8304-F6DEB1A59520}" type="pres">
      <dgm:prSet presAssocID="{FC1AD184-9DD5-472C-923F-D3B36DC6595C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43CD9354-66B7-44E9-A27A-C17A155C82B8}" type="pres">
      <dgm:prSet presAssocID="{B47729A3-E407-4CDD-965E-892D4CF01E37}" presName="hierRoot1" presStyleCnt="0"/>
      <dgm:spPr/>
    </dgm:pt>
    <dgm:pt modelId="{E63AE1B5-80BB-4DE3-BFE4-C0C6441A8AE5}" type="pres">
      <dgm:prSet presAssocID="{B47729A3-E407-4CDD-965E-892D4CF01E37}" presName="composite" presStyleCnt="0"/>
      <dgm:spPr/>
    </dgm:pt>
    <dgm:pt modelId="{C9C562D3-0F2B-41A7-ABCD-552FFC232D41}" type="pres">
      <dgm:prSet presAssocID="{B47729A3-E407-4CDD-965E-892D4CF01E37}" presName="background" presStyleLbl="node0" presStyleIdx="0" presStyleCnt="4"/>
      <dgm:spPr/>
    </dgm:pt>
    <dgm:pt modelId="{7025D77B-7F47-48EB-A042-E47D5BD991B5}" type="pres">
      <dgm:prSet presAssocID="{B47729A3-E407-4CDD-965E-892D4CF01E37}" presName="text" presStyleLbl="fgAcc0" presStyleIdx="0" presStyleCnt="4" custScaleX="220546" custLinFactX="76641" custLinFactNeighborX="100000" custLinFactNeighborY="-16938">
        <dgm:presLayoutVars>
          <dgm:chPref val="3"/>
        </dgm:presLayoutVars>
      </dgm:prSet>
      <dgm:spPr/>
    </dgm:pt>
    <dgm:pt modelId="{FB22D240-2805-435D-8590-7B8C7B17465D}" type="pres">
      <dgm:prSet presAssocID="{B47729A3-E407-4CDD-965E-892D4CF01E37}" presName="hierChild2" presStyleCnt="0"/>
      <dgm:spPr/>
    </dgm:pt>
    <dgm:pt modelId="{CF056277-47CE-4734-888F-C27F4A2C79CB}" type="pres">
      <dgm:prSet presAssocID="{F99EC6BD-3266-4673-BF22-B25A86112257}" presName="Name10" presStyleLbl="parChTrans1D2" presStyleIdx="0" presStyleCnt="2"/>
      <dgm:spPr/>
    </dgm:pt>
    <dgm:pt modelId="{AFB2B478-8375-43B7-86BA-4E6B358D0E7B}" type="pres">
      <dgm:prSet presAssocID="{DAD5E843-C8EE-4A30-A7AF-BE19B2A69112}" presName="hierRoot2" presStyleCnt="0"/>
      <dgm:spPr/>
    </dgm:pt>
    <dgm:pt modelId="{073854FB-970A-4DCB-BD06-2F2312E2FAE9}" type="pres">
      <dgm:prSet presAssocID="{DAD5E843-C8EE-4A30-A7AF-BE19B2A69112}" presName="composite2" presStyleCnt="0"/>
      <dgm:spPr/>
    </dgm:pt>
    <dgm:pt modelId="{82736DA9-0FC4-48D1-ADFB-BEB95E4CE501}" type="pres">
      <dgm:prSet presAssocID="{DAD5E843-C8EE-4A30-A7AF-BE19B2A69112}" presName="background2" presStyleLbl="node2" presStyleIdx="0" presStyleCnt="2"/>
      <dgm:spPr/>
    </dgm:pt>
    <dgm:pt modelId="{F5B4C6F4-94A2-488B-86EF-2CCF3D816C36}" type="pres">
      <dgm:prSet presAssocID="{DAD5E843-C8EE-4A30-A7AF-BE19B2A69112}" presName="text2" presStyleLbl="fgAcc2" presStyleIdx="0" presStyleCnt="2" custScaleX="220546">
        <dgm:presLayoutVars>
          <dgm:chPref val="3"/>
        </dgm:presLayoutVars>
      </dgm:prSet>
      <dgm:spPr/>
    </dgm:pt>
    <dgm:pt modelId="{266EB067-41A2-4B29-BA68-7AA54322DB84}" type="pres">
      <dgm:prSet presAssocID="{DAD5E843-C8EE-4A30-A7AF-BE19B2A69112}" presName="hierChild3" presStyleCnt="0"/>
      <dgm:spPr/>
    </dgm:pt>
    <dgm:pt modelId="{8F8A3BBD-C3C8-4CEF-91AC-DE4FC562D3C8}" type="pres">
      <dgm:prSet presAssocID="{03FA4B19-99DB-4D74-BD87-AB4181154A8D}" presName="Name17" presStyleLbl="parChTrans1D3" presStyleIdx="0" presStyleCnt="3"/>
      <dgm:spPr/>
    </dgm:pt>
    <dgm:pt modelId="{F4ECD67E-6EA8-4416-8EFF-3EF304F39F4F}" type="pres">
      <dgm:prSet presAssocID="{2A961C96-8ACA-4BF0-8742-2FEF87159D23}" presName="hierRoot3" presStyleCnt="0"/>
      <dgm:spPr/>
    </dgm:pt>
    <dgm:pt modelId="{A3EF2437-AEED-446C-91B3-D97E715F7F81}" type="pres">
      <dgm:prSet presAssocID="{2A961C96-8ACA-4BF0-8742-2FEF87159D23}" presName="composite3" presStyleCnt="0"/>
      <dgm:spPr/>
    </dgm:pt>
    <dgm:pt modelId="{9C344F40-C44B-44BC-8C31-BEE2B23AE5B8}" type="pres">
      <dgm:prSet presAssocID="{2A961C96-8ACA-4BF0-8742-2FEF87159D23}" presName="background3" presStyleLbl="node3" presStyleIdx="0" presStyleCnt="3"/>
      <dgm:spPr/>
    </dgm:pt>
    <dgm:pt modelId="{202F0072-B421-4785-B3B8-5986A90FEDDA}" type="pres">
      <dgm:prSet presAssocID="{2A961C96-8ACA-4BF0-8742-2FEF87159D23}" presName="text3" presStyleLbl="fgAcc3" presStyleIdx="0" presStyleCnt="3" custScaleX="220546">
        <dgm:presLayoutVars>
          <dgm:chPref val="3"/>
        </dgm:presLayoutVars>
      </dgm:prSet>
      <dgm:spPr/>
    </dgm:pt>
    <dgm:pt modelId="{FD2CC135-0F9C-432C-960E-397723229129}" type="pres">
      <dgm:prSet presAssocID="{2A961C96-8ACA-4BF0-8742-2FEF87159D23}" presName="hierChild4" presStyleCnt="0"/>
      <dgm:spPr/>
    </dgm:pt>
    <dgm:pt modelId="{905BCBDF-C27D-41E6-A9A4-B7D5BCBDA560}" type="pres">
      <dgm:prSet presAssocID="{9B38C16F-6B31-4AC7-A4D6-73122261DE28}" presName="Name23" presStyleLbl="parChTrans1D4" presStyleIdx="0" presStyleCnt="3"/>
      <dgm:spPr/>
    </dgm:pt>
    <dgm:pt modelId="{B8DE711B-4235-42F6-B8E8-4D71102A0DB0}" type="pres">
      <dgm:prSet presAssocID="{B1FDD96D-B938-4C37-A948-9DA3426CC31B}" presName="hierRoot4" presStyleCnt="0"/>
      <dgm:spPr/>
    </dgm:pt>
    <dgm:pt modelId="{10C9B5EE-E60B-4AB0-B25B-F471D54B12EA}" type="pres">
      <dgm:prSet presAssocID="{B1FDD96D-B938-4C37-A948-9DA3426CC31B}" presName="composite4" presStyleCnt="0"/>
      <dgm:spPr/>
    </dgm:pt>
    <dgm:pt modelId="{8FDB1FED-E9E3-49DB-9DF5-BC6DFA98B15E}" type="pres">
      <dgm:prSet presAssocID="{B1FDD96D-B938-4C37-A948-9DA3426CC31B}" presName="background4" presStyleLbl="node4" presStyleIdx="0" presStyleCnt="3"/>
      <dgm:spPr/>
    </dgm:pt>
    <dgm:pt modelId="{72A7F0FE-CB11-4110-B86E-59CE3334F21E}" type="pres">
      <dgm:prSet presAssocID="{B1FDD96D-B938-4C37-A948-9DA3426CC31B}" presName="text4" presStyleLbl="fgAcc4" presStyleIdx="0" presStyleCnt="3" custScaleX="334042" custScaleY="144431">
        <dgm:presLayoutVars>
          <dgm:chPref val="3"/>
        </dgm:presLayoutVars>
      </dgm:prSet>
      <dgm:spPr/>
    </dgm:pt>
    <dgm:pt modelId="{090BD29B-FBB4-4B02-AEEC-16FDB87668E4}" type="pres">
      <dgm:prSet presAssocID="{B1FDD96D-B938-4C37-A948-9DA3426CC31B}" presName="hierChild5" presStyleCnt="0"/>
      <dgm:spPr/>
    </dgm:pt>
    <dgm:pt modelId="{682AAC01-AF41-4C67-940C-B3AB55723213}" type="pres">
      <dgm:prSet presAssocID="{969F43EA-496F-48E3-9359-0A695BF84D78}" presName="Name17" presStyleLbl="parChTrans1D3" presStyleIdx="1" presStyleCnt="3"/>
      <dgm:spPr/>
    </dgm:pt>
    <dgm:pt modelId="{570559F3-71AD-435A-9CF1-C37C62BF207B}" type="pres">
      <dgm:prSet presAssocID="{13ECBBB9-2E3D-41CC-A9ED-59D2728065F7}" presName="hierRoot3" presStyleCnt="0"/>
      <dgm:spPr/>
    </dgm:pt>
    <dgm:pt modelId="{9F299A71-2976-4530-AE0D-56EBFE746C23}" type="pres">
      <dgm:prSet presAssocID="{13ECBBB9-2E3D-41CC-A9ED-59D2728065F7}" presName="composite3" presStyleCnt="0"/>
      <dgm:spPr/>
    </dgm:pt>
    <dgm:pt modelId="{B624AF35-5300-43A5-8140-EC657E9EB663}" type="pres">
      <dgm:prSet presAssocID="{13ECBBB9-2E3D-41CC-A9ED-59D2728065F7}" presName="background3" presStyleLbl="node3" presStyleIdx="1" presStyleCnt="3"/>
      <dgm:spPr/>
    </dgm:pt>
    <dgm:pt modelId="{E5F2C001-5211-4980-A434-58AA602F75A4}" type="pres">
      <dgm:prSet presAssocID="{13ECBBB9-2E3D-41CC-A9ED-59D2728065F7}" presName="text3" presStyleLbl="fgAcc3" presStyleIdx="1" presStyleCnt="3" custScaleX="220546">
        <dgm:presLayoutVars>
          <dgm:chPref val="3"/>
        </dgm:presLayoutVars>
      </dgm:prSet>
      <dgm:spPr/>
    </dgm:pt>
    <dgm:pt modelId="{37765FF0-8F77-45D3-AB92-650BDFE69E5C}" type="pres">
      <dgm:prSet presAssocID="{13ECBBB9-2E3D-41CC-A9ED-59D2728065F7}" presName="hierChild4" presStyleCnt="0"/>
      <dgm:spPr/>
    </dgm:pt>
    <dgm:pt modelId="{2C87AE7C-737C-45D6-B64E-35E849CC4B0B}" type="pres">
      <dgm:prSet presAssocID="{36DA145C-0D25-4C69-9D76-4908EC4C443E}" presName="Name23" presStyleLbl="parChTrans1D4" presStyleIdx="1" presStyleCnt="3"/>
      <dgm:spPr/>
    </dgm:pt>
    <dgm:pt modelId="{D13C2A9E-F0A7-4C7C-97EB-C7103B946FDD}" type="pres">
      <dgm:prSet presAssocID="{04DF4528-A2C3-4705-B09D-AE087D83B894}" presName="hierRoot4" presStyleCnt="0"/>
      <dgm:spPr/>
    </dgm:pt>
    <dgm:pt modelId="{43371672-C2F7-403D-8D92-28199AAD4E14}" type="pres">
      <dgm:prSet presAssocID="{04DF4528-A2C3-4705-B09D-AE087D83B894}" presName="composite4" presStyleCnt="0"/>
      <dgm:spPr/>
    </dgm:pt>
    <dgm:pt modelId="{4D432F81-4044-47B3-9097-8E1BF781B594}" type="pres">
      <dgm:prSet presAssocID="{04DF4528-A2C3-4705-B09D-AE087D83B894}" presName="background4" presStyleLbl="node4" presStyleIdx="1" presStyleCnt="3"/>
      <dgm:spPr/>
    </dgm:pt>
    <dgm:pt modelId="{98FFE8E4-3B70-4B0C-855E-6B0FC55E7D9B}" type="pres">
      <dgm:prSet presAssocID="{04DF4528-A2C3-4705-B09D-AE087D83B894}" presName="text4" presStyleLbl="fgAcc4" presStyleIdx="1" presStyleCnt="3" custScaleX="252052">
        <dgm:presLayoutVars>
          <dgm:chPref val="3"/>
        </dgm:presLayoutVars>
      </dgm:prSet>
      <dgm:spPr/>
    </dgm:pt>
    <dgm:pt modelId="{6E699CA6-37BC-4ECA-8BDC-9E609BBA9FF6}" type="pres">
      <dgm:prSet presAssocID="{04DF4528-A2C3-4705-B09D-AE087D83B894}" presName="hierChild5" presStyleCnt="0"/>
      <dgm:spPr/>
    </dgm:pt>
    <dgm:pt modelId="{9B716155-110A-4CA7-9FC5-512A73FF8DC2}" type="pres">
      <dgm:prSet presAssocID="{1748063A-F4AC-4097-8BC0-2C83511544CD}" presName="Name10" presStyleLbl="parChTrans1D2" presStyleIdx="1" presStyleCnt="2"/>
      <dgm:spPr/>
    </dgm:pt>
    <dgm:pt modelId="{64EDB1C2-160C-49E3-9755-4DF34476A87F}" type="pres">
      <dgm:prSet presAssocID="{71488FE7-FAD1-4076-8F49-6F5A46B88709}" presName="hierRoot2" presStyleCnt="0"/>
      <dgm:spPr/>
    </dgm:pt>
    <dgm:pt modelId="{7DFCEFCD-D879-4081-87BD-C6354FAE1649}" type="pres">
      <dgm:prSet presAssocID="{71488FE7-FAD1-4076-8F49-6F5A46B88709}" presName="composite2" presStyleCnt="0"/>
      <dgm:spPr/>
    </dgm:pt>
    <dgm:pt modelId="{81C7E1A4-02D6-4D4C-99D5-3ED96078333F}" type="pres">
      <dgm:prSet presAssocID="{71488FE7-FAD1-4076-8F49-6F5A46B88709}" presName="background2" presStyleLbl="node2" presStyleIdx="1" presStyleCnt="2"/>
      <dgm:spPr/>
    </dgm:pt>
    <dgm:pt modelId="{BD7D8868-772D-4283-9C65-19B3AE84FB7F}" type="pres">
      <dgm:prSet presAssocID="{71488FE7-FAD1-4076-8F49-6F5A46B88709}" presName="text2" presStyleLbl="fgAcc2" presStyleIdx="1" presStyleCnt="2" custScaleX="259235">
        <dgm:presLayoutVars>
          <dgm:chPref val="3"/>
        </dgm:presLayoutVars>
      </dgm:prSet>
      <dgm:spPr/>
    </dgm:pt>
    <dgm:pt modelId="{93731323-BDB0-492C-857D-43E2FB95DB0F}" type="pres">
      <dgm:prSet presAssocID="{71488FE7-FAD1-4076-8F49-6F5A46B88709}" presName="hierChild3" presStyleCnt="0"/>
      <dgm:spPr/>
    </dgm:pt>
    <dgm:pt modelId="{E5DE9FC5-1A10-459F-B7ED-094A7E7672B6}" type="pres">
      <dgm:prSet presAssocID="{988CC210-92D0-4BEA-86C0-24F730A3C8BD}" presName="Name17" presStyleLbl="parChTrans1D3" presStyleIdx="2" presStyleCnt="3"/>
      <dgm:spPr/>
    </dgm:pt>
    <dgm:pt modelId="{AE08438F-640D-4766-8DC7-2028949C9615}" type="pres">
      <dgm:prSet presAssocID="{3E5E86C0-862D-4DBE-A4A8-A9875F9398D0}" presName="hierRoot3" presStyleCnt="0"/>
      <dgm:spPr/>
    </dgm:pt>
    <dgm:pt modelId="{DB417D43-500B-4824-9085-283623473833}" type="pres">
      <dgm:prSet presAssocID="{3E5E86C0-862D-4DBE-A4A8-A9875F9398D0}" presName="composite3" presStyleCnt="0"/>
      <dgm:spPr/>
    </dgm:pt>
    <dgm:pt modelId="{861E34DB-150F-4BF1-89C1-024844D8C1D4}" type="pres">
      <dgm:prSet presAssocID="{3E5E86C0-862D-4DBE-A4A8-A9875F9398D0}" presName="background3" presStyleLbl="node3" presStyleIdx="2" presStyleCnt="3"/>
      <dgm:spPr/>
    </dgm:pt>
    <dgm:pt modelId="{1946344B-FE8D-4CA4-8619-0A539CBB6CB3}" type="pres">
      <dgm:prSet presAssocID="{3E5E86C0-862D-4DBE-A4A8-A9875F9398D0}" presName="text3" presStyleLbl="fgAcc3" presStyleIdx="2" presStyleCnt="3" custScaleX="279166" custLinFactNeighborX="3885" custLinFactNeighborY="-6118">
        <dgm:presLayoutVars>
          <dgm:chPref val="3"/>
        </dgm:presLayoutVars>
      </dgm:prSet>
      <dgm:spPr/>
    </dgm:pt>
    <dgm:pt modelId="{C1D2F8B9-6E8D-4D45-BC00-DE1937A778D2}" type="pres">
      <dgm:prSet presAssocID="{3E5E86C0-862D-4DBE-A4A8-A9875F9398D0}" presName="hierChild4" presStyleCnt="0"/>
      <dgm:spPr/>
    </dgm:pt>
    <dgm:pt modelId="{1176E5B9-5E24-4646-AB7A-AC34FEB1C47F}" type="pres">
      <dgm:prSet presAssocID="{385ABAAE-ED91-4458-9EA8-DF77BFEFA14B}" presName="Name23" presStyleLbl="parChTrans1D4" presStyleIdx="2" presStyleCnt="3"/>
      <dgm:spPr/>
    </dgm:pt>
    <dgm:pt modelId="{2520B1CC-BE36-431C-A212-E517F65A0780}" type="pres">
      <dgm:prSet presAssocID="{41BB9160-399A-484F-93EB-E390AD1A22D3}" presName="hierRoot4" presStyleCnt="0"/>
      <dgm:spPr/>
    </dgm:pt>
    <dgm:pt modelId="{0AB1E046-6E95-46CA-A4CE-382B2F1C9017}" type="pres">
      <dgm:prSet presAssocID="{41BB9160-399A-484F-93EB-E390AD1A22D3}" presName="composite4" presStyleCnt="0"/>
      <dgm:spPr/>
    </dgm:pt>
    <dgm:pt modelId="{24B2ED15-1AD5-468C-A510-EE24F345B04C}" type="pres">
      <dgm:prSet presAssocID="{41BB9160-399A-484F-93EB-E390AD1A22D3}" presName="background4" presStyleLbl="node4" presStyleIdx="2" presStyleCnt="3"/>
      <dgm:spPr/>
    </dgm:pt>
    <dgm:pt modelId="{382F90F0-3F2F-4DC5-8AFF-B14C88F0A53A}" type="pres">
      <dgm:prSet presAssocID="{41BB9160-399A-484F-93EB-E390AD1A22D3}" presName="text4" presStyleLbl="fgAcc4" presStyleIdx="2" presStyleCnt="3" custScaleX="252052">
        <dgm:presLayoutVars>
          <dgm:chPref val="3"/>
        </dgm:presLayoutVars>
      </dgm:prSet>
      <dgm:spPr/>
    </dgm:pt>
    <dgm:pt modelId="{4CB81590-1EA1-4080-9259-AF837F4165DE}" type="pres">
      <dgm:prSet presAssocID="{41BB9160-399A-484F-93EB-E390AD1A22D3}" presName="hierChild5" presStyleCnt="0"/>
      <dgm:spPr/>
    </dgm:pt>
    <dgm:pt modelId="{B6A8A44C-0D36-4ACE-A768-636859FA4F98}" type="pres">
      <dgm:prSet presAssocID="{3098ECFC-6026-4975-90F7-37EE0E0A6702}" presName="hierRoot1" presStyleCnt="0"/>
      <dgm:spPr/>
    </dgm:pt>
    <dgm:pt modelId="{B529438B-D4B8-42CE-B371-A360C636BB1C}" type="pres">
      <dgm:prSet presAssocID="{3098ECFC-6026-4975-90F7-37EE0E0A6702}" presName="composite" presStyleCnt="0"/>
      <dgm:spPr/>
    </dgm:pt>
    <dgm:pt modelId="{35A0A9B4-E0D1-4287-AF50-707646545948}" type="pres">
      <dgm:prSet presAssocID="{3098ECFC-6026-4975-90F7-37EE0E0A6702}" presName="background" presStyleLbl="node0" presStyleIdx="1" presStyleCnt="4"/>
      <dgm:spPr/>
    </dgm:pt>
    <dgm:pt modelId="{09CDEB7C-9BA1-4905-A0C5-D743C86319F5}" type="pres">
      <dgm:prSet presAssocID="{3098ECFC-6026-4975-90F7-37EE0E0A6702}" presName="text" presStyleLbl="fgAcc0" presStyleIdx="1" presStyleCnt="4" custScaleX="220546" custLinFactX="100000" custLinFactY="51212" custLinFactNeighborX="138387" custLinFactNeighborY="100000">
        <dgm:presLayoutVars>
          <dgm:chPref val="3"/>
        </dgm:presLayoutVars>
      </dgm:prSet>
      <dgm:spPr/>
    </dgm:pt>
    <dgm:pt modelId="{1FA1C369-FD05-4C26-8DBB-C7BF03ECD909}" type="pres">
      <dgm:prSet presAssocID="{3098ECFC-6026-4975-90F7-37EE0E0A6702}" presName="hierChild2" presStyleCnt="0"/>
      <dgm:spPr/>
    </dgm:pt>
    <dgm:pt modelId="{D44AE0B2-4D7F-4AEA-9087-03EBA64D1C80}" type="pres">
      <dgm:prSet presAssocID="{F7A4A0AC-798C-43DC-AE82-482B960174FD}" presName="hierRoot1" presStyleCnt="0"/>
      <dgm:spPr/>
    </dgm:pt>
    <dgm:pt modelId="{F520DCE1-D0F6-4AA7-A13C-17ABFADE8CC7}" type="pres">
      <dgm:prSet presAssocID="{F7A4A0AC-798C-43DC-AE82-482B960174FD}" presName="composite" presStyleCnt="0"/>
      <dgm:spPr/>
    </dgm:pt>
    <dgm:pt modelId="{23960F47-4C08-4201-8C0B-5DADC7EA3181}" type="pres">
      <dgm:prSet presAssocID="{F7A4A0AC-798C-43DC-AE82-482B960174FD}" presName="background" presStyleLbl="node0" presStyleIdx="2" presStyleCnt="4"/>
      <dgm:spPr/>
    </dgm:pt>
    <dgm:pt modelId="{579B29E7-CB09-4E7A-8DE5-E4646C2360BF}" type="pres">
      <dgm:prSet presAssocID="{F7A4A0AC-798C-43DC-AE82-482B960174FD}" presName="text" presStyleLbl="fgAcc0" presStyleIdx="2" presStyleCnt="4" custScaleX="220546" custLinFactY="100000" custLinFactNeighborX="-7644" custLinFactNeighborY="185776">
        <dgm:presLayoutVars>
          <dgm:chPref val="3"/>
        </dgm:presLayoutVars>
      </dgm:prSet>
      <dgm:spPr/>
    </dgm:pt>
    <dgm:pt modelId="{A7E38141-E87B-4682-B7F7-D3E59EA0258C}" type="pres">
      <dgm:prSet presAssocID="{F7A4A0AC-798C-43DC-AE82-482B960174FD}" presName="hierChild2" presStyleCnt="0"/>
      <dgm:spPr/>
    </dgm:pt>
    <dgm:pt modelId="{5CD812B2-5807-4A7D-8171-FAE92059DA0C}" type="pres">
      <dgm:prSet presAssocID="{CD33DA7E-8898-4FD4-96F0-C1651306B193}" presName="hierRoot1" presStyleCnt="0"/>
      <dgm:spPr/>
    </dgm:pt>
    <dgm:pt modelId="{05D38324-ACE0-4742-9CBA-D3578AF3E5F7}" type="pres">
      <dgm:prSet presAssocID="{CD33DA7E-8898-4FD4-96F0-C1651306B193}" presName="composite" presStyleCnt="0"/>
      <dgm:spPr/>
    </dgm:pt>
    <dgm:pt modelId="{8A96598B-61B0-41A7-9D68-87A9C5F39028}" type="pres">
      <dgm:prSet presAssocID="{CD33DA7E-8898-4FD4-96F0-C1651306B193}" presName="background" presStyleLbl="node0" presStyleIdx="3" presStyleCnt="4"/>
      <dgm:spPr/>
    </dgm:pt>
    <dgm:pt modelId="{4A115262-1765-4010-A139-8A8F1A619E00}" type="pres">
      <dgm:prSet presAssocID="{CD33DA7E-8898-4FD4-96F0-C1651306B193}" presName="text" presStyleLbl="fgAcc0" presStyleIdx="3" presStyleCnt="4" custScaleX="335386" custScaleY="171156" custLinFactX="-100000" custLinFactY="200000" custLinFactNeighborX="-150575" custLinFactNeighborY="239518">
        <dgm:presLayoutVars>
          <dgm:chPref val="3"/>
        </dgm:presLayoutVars>
      </dgm:prSet>
      <dgm:spPr/>
    </dgm:pt>
    <dgm:pt modelId="{B322D38F-08E4-4BBD-8B7E-9D3E8B04C779}" type="pres">
      <dgm:prSet presAssocID="{CD33DA7E-8898-4FD4-96F0-C1651306B193}" presName="hierChild2" presStyleCnt="0"/>
      <dgm:spPr/>
    </dgm:pt>
  </dgm:ptLst>
  <dgm:cxnLst>
    <dgm:cxn modelId="{8B125900-3C1D-4559-83B2-89D3F05CFC45}" type="presOf" srcId="{71488FE7-FAD1-4076-8F49-6F5A46B88709}" destId="{BD7D8868-772D-4283-9C65-19B3AE84FB7F}" srcOrd="0" destOrd="0" presId="urn:microsoft.com/office/officeart/2005/8/layout/hierarchy1"/>
    <dgm:cxn modelId="{02513A0F-33B2-4130-B090-DA9D0653609C}" type="presOf" srcId="{03FA4B19-99DB-4D74-BD87-AB4181154A8D}" destId="{8F8A3BBD-C3C8-4CEF-91AC-DE4FC562D3C8}" srcOrd="0" destOrd="0" presId="urn:microsoft.com/office/officeart/2005/8/layout/hierarchy1"/>
    <dgm:cxn modelId="{5518D110-53D3-4B09-A27E-4F681E5C1B3D}" srcId="{DAD5E843-C8EE-4A30-A7AF-BE19B2A69112}" destId="{13ECBBB9-2E3D-41CC-A9ED-59D2728065F7}" srcOrd="1" destOrd="0" parTransId="{969F43EA-496F-48E3-9359-0A695BF84D78}" sibTransId="{D5AC2E2C-78A8-4A6C-B194-FDC2D7845A05}"/>
    <dgm:cxn modelId="{4B265B12-F104-44F5-BF75-36BC6D932323}" type="presOf" srcId="{3E5E86C0-862D-4DBE-A4A8-A9875F9398D0}" destId="{1946344B-FE8D-4CA4-8619-0A539CBB6CB3}" srcOrd="0" destOrd="0" presId="urn:microsoft.com/office/officeart/2005/8/layout/hierarchy1"/>
    <dgm:cxn modelId="{C19BD218-C88C-45F0-8CD8-82EF1BED92F6}" type="presOf" srcId="{04DF4528-A2C3-4705-B09D-AE087D83B894}" destId="{98FFE8E4-3B70-4B0C-855E-6B0FC55E7D9B}" srcOrd="0" destOrd="0" presId="urn:microsoft.com/office/officeart/2005/8/layout/hierarchy1"/>
    <dgm:cxn modelId="{88150C1A-3D1D-43A7-A7EA-F2D5CFDAD549}" type="presOf" srcId="{FC1AD184-9DD5-472C-923F-D3B36DC6595C}" destId="{44CA6086-329A-4667-8304-F6DEB1A59520}" srcOrd="0" destOrd="0" presId="urn:microsoft.com/office/officeart/2005/8/layout/hierarchy1"/>
    <dgm:cxn modelId="{862D9C23-8C42-4618-BA6F-1697F118A4DC}" type="presOf" srcId="{385ABAAE-ED91-4458-9EA8-DF77BFEFA14B}" destId="{1176E5B9-5E24-4646-AB7A-AC34FEB1C47F}" srcOrd="0" destOrd="0" presId="urn:microsoft.com/office/officeart/2005/8/layout/hierarchy1"/>
    <dgm:cxn modelId="{A458FB29-BE22-47DB-8137-806E236D2018}" srcId="{2A961C96-8ACA-4BF0-8742-2FEF87159D23}" destId="{B1FDD96D-B938-4C37-A948-9DA3426CC31B}" srcOrd="0" destOrd="0" parTransId="{9B38C16F-6B31-4AC7-A4D6-73122261DE28}" sibTransId="{FE76F5DF-DEC2-4112-A3AF-A2AB4D9877E0}"/>
    <dgm:cxn modelId="{D48B9A33-6DC8-4041-9852-B122EE12A7BD}" srcId="{3E5E86C0-862D-4DBE-A4A8-A9875F9398D0}" destId="{41BB9160-399A-484F-93EB-E390AD1A22D3}" srcOrd="0" destOrd="0" parTransId="{385ABAAE-ED91-4458-9EA8-DF77BFEFA14B}" sibTransId="{405BCDC8-B507-4ECB-A965-705A746585AD}"/>
    <dgm:cxn modelId="{1E909F35-D627-4A43-8065-5FB2F9CFE4A8}" srcId="{13ECBBB9-2E3D-41CC-A9ED-59D2728065F7}" destId="{04DF4528-A2C3-4705-B09D-AE087D83B894}" srcOrd="0" destOrd="0" parTransId="{36DA145C-0D25-4C69-9D76-4908EC4C443E}" sibTransId="{E2C83999-9F11-44F7-A190-35155F29E6DC}"/>
    <dgm:cxn modelId="{0E61B635-C76F-4668-AF2A-47E13AD3B086}" type="presOf" srcId="{B47729A3-E407-4CDD-965E-892D4CF01E37}" destId="{7025D77B-7F47-48EB-A042-E47D5BD991B5}" srcOrd="0" destOrd="0" presId="urn:microsoft.com/office/officeart/2005/8/layout/hierarchy1"/>
    <dgm:cxn modelId="{E6B2EF40-D8C1-4BD1-9791-E7DD9DD61CC8}" type="presOf" srcId="{41BB9160-399A-484F-93EB-E390AD1A22D3}" destId="{382F90F0-3F2F-4DC5-8AFF-B14C88F0A53A}" srcOrd="0" destOrd="0" presId="urn:microsoft.com/office/officeart/2005/8/layout/hierarchy1"/>
    <dgm:cxn modelId="{02E6B461-8F19-4B23-A451-06F5C2C0F13A}" type="presOf" srcId="{CD33DA7E-8898-4FD4-96F0-C1651306B193}" destId="{4A115262-1765-4010-A139-8A8F1A619E00}" srcOrd="0" destOrd="0" presId="urn:microsoft.com/office/officeart/2005/8/layout/hierarchy1"/>
    <dgm:cxn modelId="{38619B68-639D-4218-AE4C-F166F250CA4E}" srcId="{FC1AD184-9DD5-472C-923F-D3B36DC6595C}" destId="{F7A4A0AC-798C-43DC-AE82-482B960174FD}" srcOrd="2" destOrd="0" parTransId="{2022A023-4F48-4CF7-8566-311B0C7F5704}" sibTransId="{00EC19BB-B713-46F2-BE91-8F0436678201}"/>
    <dgm:cxn modelId="{7AD4B36C-C05E-41EE-8440-AE49E3F49747}" type="presOf" srcId="{3098ECFC-6026-4975-90F7-37EE0E0A6702}" destId="{09CDEB7C-9BA1-4905-A0C5-D743C86319F5}" srcOrd="0" destOrd="0" presId="urn:microsoft.com/office/officeart/2005/8/layout/hierarchy1"/>
    <dgm:cxn modelId="{88B8E34E-19C5-4046-9261-BB63A35A9627}" type="presOf" srcId="{36DA145C-0D25-4C69-9D76-4908EC4C443E}" destId="{2C87AE7C-737C-45D6-B64E-35E849CC4B0B}" srcOrd="0" destOrd="0" presId="urn:microsoft.com/office/officeart/2005/8/layout/hierarchy1"/>
    <dgm:cxn modelId="{27099150-75B4-4680-BF7F-0DA6D08D52F1}" type="presOf" srcId="{F7A4A0AC-798C-43DC-AE82-482B960174FD}" destId="{579B29E7-CB09-4E7A-8DE5-E4646C2360BF}" srcOrd="0" destOrd="0" presId="urn:microsoft.com/office/officeart/2005/8/layout/hierarchy1"/>
    <dgm:cxn modelId="{382BA553-676C-47F5-94DE-0018420088AB}" type="presOf" srcId="{9B38C16F-6B31-4AC7-A4D6-73122261DE28}" destId="{905BCBDF-C27D-41E6-A9A4-B7D5BCBDA560}" srcOrd="0" destOrd="0" presId="urn:microsoft.com/office/officeart/2005/8/layout/hierarchy1"/>
    <dgm:cxn modelId="{5C00D177-A1E2-4082-8E5F-56B72F509B36}" type="presOf" srcId="{DAD5E843-C8EE-4A30-A7AF-BE19B2A69112}" destId="{F5B4C6F4-94A2-488B-86EF-2CCF3D816C36}" srcOrd="0" destOrd="0" presId="urn:microsoft.com/office/officeart/2005/8/layout/hierarchy1"/>
    <dgm:cxn modelId="{20E11B7C-6522-4227-93CC-ABB1057B7E37}" type="presOf" srcId="{F99EC6BD-3266-4673-BF22-B25A86112257}" destId="{CF056277-47CE-4734-888F-C27F4A2C79CB}" srcOrd="0" destOrd="0" presId="urn:microsoft.com/office/officeart/2005/8/layout/hierarchy1"/>
    <dgm:cxn modelId="{4A27559B-608D-428E-AEB1-CE708FE8F88A}" type="presOf" srcId="{B1FDD96D-B938-4C37-A948-9DA3426CC31B}" destId="{72A7F0FE-CB11-4110-B86E-59CE3334F21E}" srcOrd="0" destOrd="0" presId="urn:microsoft.com/office/officeart/2005/8/layout/hierarchy1"/>
    <dgm:cxn modelId="{7A816D9F-2CB8-4841-B112-DBEE6B5AAE10}" srcId="{FC1AD184-9DD5-472C-923F-D3B36DC6595C}" destId="{CD33DA7E-8898-4FD4-96F0-C1651306B193}" srcOrd="3" destOrd="0" parTransId="{6917DF59-19B8-4809-A3FE-007F745432B5}" sibTransId="{FE1418A0-A373-499E-8CD5-56012B76FBE0}"/>
    <dgm:cxn modelId="{BD7575A6-6C6C-4CE7-9C60-D52770A942CF}" srcId="{B47729A3-E407-4CDD-965E-892D4CF01E37}" destId="{DAD5E843-C8EE-4A30-A7AF-BE19B2A69112}" srcOrd="0" destOrd="0" parTransId="{F99EC6BD-3266-4673-BF22-B25A86112257}" sibTransId="{46C25912-6D41-4CF9-864D-37D0E0EFAE7F}"/>
    <dgm:cxn modelId="{95247AA8-CD48-42FD-9412-317CF55690C3}" type="presOf" srcId="{13ECBBB9-2E3D-41CC-A9ED-59D2728065F7}" destId="{E5F2C001-5211-4980-A434-58AA602F75A4}" srcOrd="0" destOrd="0" presId="urn:microsoft.com/office/officeart/2005/8/layout/hierarchy1"/>
    <dgm:cxn modelId="{4C16B0A8-39D4-4366-96C4-621BAFB0B35E}" srcId="{DAD5E843-C8EE-4A30-A7AF-BE19B2A69112}" destId="{2A961C96-8ACA-4BF0-8742-2FEF87159D23}" srcOrd="0" destOrd="0" parTransId="{03FA4B19-99DB-4D74-BD87-AB4181154A8D}" sibTransId="{00D1E44C-AAD0-4D83-8071-0A4D4FCE7089}"/>
    <dgm:cxn modelId="{92022BAB-B8B8-4E9E-BE2D-E6E1CE3EEB78}" type="presOf" srcId="{2A961C96-8ACA-4BF0-8742-2FEF87159D23}" destId="{202F0072-B421-4785-B3B8-5986A90FEDDA}" srcOrd="0" destOrd="0" presId="urn:microsoft.com/office/officeart/2005/8/layout/hierarchy1"/>
    <dgm:cxn modelId="{2C3567AB-2D1F-485C-98F2-59E4202FB998}" type="presOf" srcId="{988CC210-92D0-4BEA-86C0-24F730A3C8BD}" destId="{E5DE9FC5-1A10-459F-B7ED-094A7E7672B6}" srcOrd="0" destOrd="0" presId="urn:microsoft.com/office/officeart/2005/8/layout/hierarchy1"/>
    <dgm:cxn modelId="{A620AFC1-DEF1-4457-984A-8EB486DD6165}" type="presOf" srcId="{1748063A-F4AC-4097-8BC0-2C83511544CD}" destId="{9B716155-110A-4CA7-9FC5-512A73FF8DC2}" srcOrd="0" destOrd="0" presId="urn:microsoft.com/office/officeart/2005/8/layout/hierarchy1"/>
    <dgm:cxn modelId="{AD0D6ECF-E335-4944-8321-FE6A10497A8B}" srcId="{B47729A3-E407-4CDD-965E-892D4CF01E37}" destId="{71488FE7-FAD1-4076-8F49-6F5A46B88709}" srcOrd="1" destOrd="0" parTransId="{1748063A-F4AC-4097-8BC0-2C83511544CD}" sibTransId="{B34CC3F7-9BF9-401C-917F-BCFDDCFC3534}"/>
    <dgm:cxn modelId="{632B2ADF-372F-4A8E-B654-3D79C7F32407}" srcId="{FC1AD184-9DD5-472C-923F-D3B36DC6595C}" destId="{B47729A3-E407-4CDD-965E-892D4CF01E37}" srcOrd="0" destOrd="0" parTransId="{5C73F828-C22F-4D38-AE5B-2F53A742F5FE}" sibTransId="{F666C9C3-D633-403D-97E0-E404E359A509}"/>
    <dgm:cxn modelId="{BCAA3AF6-9291-41FE-878E-ADCF0784589F}" type="presOf" srcId="{969F43EA-496F-48E3-9359-0A695BF84D78}" destId="{682AAC01-AF41-4C67-940C-B3AB55723213}" srcOrd="0" destOrd="0" presId="urn:microsoft.com/office/officeart/2005/8/layout/hierarchy1"/>
    <dgm:cxn modelId="{C02151F7-3C90-4D83-B0E1-76FBBCFCFC95}" srcId="{FC1AD184-9DD5-472C-923F-D3B36DC6595C}" destId="{3098ECFC-6026-4975-90F7-37EE0E0A6702}" srcOrd="1" destOrd="0" parTransId="{A042F090-6019-4547-8284-5598E769C191}" sibTransId="{9E6F74BE-5C86-47A5-8519-BE60081AC177}"/>
    <dgm:cxn modelId="{E82281FB-1E06-4BC1-98B3-3D34460AEFF8}" srcId="{71488FE7-FAD1-4076-8F49-6F5A46B88709}" destId="{3E5E86C0-862D-4DBE-A4A8-A9875F9398D0}" srcOrd="0" destOrd="0" parTransId="{988CC210-92D0-4BEA-86C0-24F730A3C8BD}" sibTransId="{B18E50E1-6064-49CB-B021-40A9C2105113}"/>
    <dgm:cxn modelId="{1E18E1DB-451B-4DB6-8D3A-9CB0CFED31F7}" type="presParOf" srcId="{44CA6086-329A-4667-8304-F6DEB1A59520}" destId="{43CD9354-66B7-44E9-A27A-C17A155C82B8}" srcOrd="0" destOrd="0" presId="urn:microsoft.com/office/officeart/2005/8/layout/hierarchy1"/>
    <dgm:cxn modelId="{7111935E-C067-4157-8A06-492FDAD8D831}" type="presParOf" srcId="{43CD9354-66B7-44E9-A27A-C17A155C82B8}" destId="{E63AE1B5-80BB-4DE3-BFE4-C0C6441A8AE5}" srcOrd="0" destOrd="0" presId="urn:microsoft.com/office/officeart/2005/8/layout/hierarchy1"/>
    <dgm:cxn modelId="{EE63C189-7925-434F-9F40-F56292DA387F}" type="presParOf" srcId="{E63AE1B5-80BB-4DE3-BFE4-C0C6441A8AE5}" destId="{C9C562D3-0F2B-41A7-ABCD-552FFC232D41}" srcOrd="0" destOrd="0" presId="urn:microsoft.com/office/officeart/2005/8/layout/hierarchy1"/>
    <dgm:cxn modelId="{ADC419AB-D13E-4479-9510-A387EDA56C78}" type="presParOf" srcId="{E63AE1B5-80BB-4DE3-BFE4-C0C6441A8AE5}" destId="{7025D77B-7F47-48EB-A042-E47D5BD991B5}" srcOrd="1" destOrd="0" presId="urn:microsoft.com/office/officeart/2005/8/layout/hierarchy1"/>
    <dgm:cxn modelId="{5C00BCD2-030E-43A8-A2B8-18F233321A45}" type="presParOf" srcId="{43CD9354-66B7-44E9-A27A-C17A155C82B8}" destId="{FB22D240-2805-435D-8590-7B8C7B17465D}" srcOrd="1" destOrd="0" presId="urn:microsoft.com/office/officeart/2005/8/layout/hierarchy1"/>
    <dgm:cxn modelId="{34C6CD73-C6D9-421B-81E3-1F597CD67D72}" type="presParOf" srcId="{FB22D240-2805-435D-8590-7B8C7B17465D}" destId="{CF056277-47CE-4734-888F-C27F4A2C79CB}" srcOrd="0" destOrd="0" presId="urn:microsoft.com/office/officeart/2005/8/layout/hierarchy1"/>
    <dgm:cxn modelId="{91F3BCCA-4ABA-4818-99AE-C25416418CAB}" type="presParOf" srcId="{FB22D240-2805-435D-8590-7B8C7B17465D}" destId="{AFB2B478-8375-43B7-86BA-4E6B358D0E7B}" srcOrd="1" destOrd="0" presId="urn:microsoft.com/office/officeart/2005/8/layout/hierarchy1"/>
    <dgm:cxn modelId="{A66F5F90-B278-447E-AF3B-FB9401759231}" type="presParOf" srcId="{AFB2B478-8375-43B7-86BA-4E6B358D0E7B}" destId="{073854FB-970A-4DCB-BD06-2F2312E2FAE9}" srcOrd="0" destOrd="0" presId="urn:microsoft.com/office/officeart/2005/8/layout/hierarchy1"/>
    <dgm:cxn modelId="{B4F560F1-2A20-40D7-92B5-020B3D28FDD1}" type="presParOf" srcId="{073854FB-970A-4DCB-BD06-2F2312E2FAE9}" destId="{82736DA9-0FC4-48D1-ADFB-BEB95E4CE501}" srcOrd="0" destOrd="0" presId="urn:microsoft.com/office/officeart/2005/8/layout/hierarchy1"/>
    <dgm:cxn modelId="{9D4A23E5-3CF7-4A5A-B940-D55A9CB89C8D}" type="presParOf" srcId="{073854FB-970A-4DCB-BD06-2F2312E2FAE9}" destId="{F5B4C6F4-94A2-488B-86EF-2CCF3D816C36}" srcOrd="1" destOrd="0" presId="urn:microsoft.com/office/officeart/2005/8/layout/hierarchy1"/>
    <dgm:cxn modelId="{5C1ED81C-939E-4917-B620-7894A5786369}" type="presParOf" srcId="{AFB2B478-8375-43B7-86BA-4E6B358D0E7B}" destId="{266EB067-41A2-4B29-BA68-7AA54322DB84}" srcOrd="1" destOrd="0" presId="urn:microsoft.com/office/officeart/2005/8/layout/hierarchy1"/>
    <dgm:cxn modelId="{C9FBCBFF-428C-4C8B-97FC-B32D5A4B92F4}" type="presParOf" srcId="{266EB067-41A2-4B29-BA68-7AA54322DB84}" destId="{8F8A3BBD-C3C8-4CEF-91AC-DE4FC562D3C8}" srcOrd="0" destOrd="0" presId="urn:microsoft.com/office/officeart/2005/8/layout/hierarchy1"/>
    <dgm:cxn modelId="{A88420A9-890C-4D30-B790-2E1B03FE6402}" type="presParOf" srcId="{266EB067-41A2-4B29-BA68-7AA54322DB84}" destId="{F4ECD67E-6EA8-4416-8EFF-3EF304F39F4F}" srcOrd="1" destOrd="0" presId="urn:microsoft.com/office/officeart/2005/8/layout/hierarchy1"/>
    <dgm:cxn modelId="{26B98166-12AE-4050-BFD7-C48C063BBFE1}" type="presParOf" srcId="{F4ECD67E-6EA8-4416-8EFF-3EF304F39F4F}" destId="{A3EF2437-AEED-446C-91B3-D97E715F7F81}" srcOrd="0" destOrd="0" presId="urn:microsoft.com/office/officeart/2005/8/layout/hierarchy1"/>
    <dgm:cxn modelId="{377DD61B-0F3C-4016-87E3-39231F7E6628}" type="presParOf" srcId="{A3EF2437-AEED-446C-91B3-D97E715F7F81}" destId="{9C344F40-C44B-44BC-8C31-BEE2B23AE5B8}" srcOrd="0" destOrd="0" presId="urn:microsoft.com/office/officeart/2005/8/layout/hierarchy1"/>
    <dgm:cxn modelId="{28AF443D-E7AD-4DCF-BEC8-3AB5D6E01BDF}" type="presParOf" srcId="{A3EF2437-AEED-446C-91B3-D97E715F7F81}" destId="{202F0072-B421-4785-B3B8-5986A90FEDDA}" srcOrd="1" destOrd="0" presId="urn:microsoft.com/office/officeart/2005/8/layout/hierarchy1"/>
    <dgm:cxn modelId="{AF54F510-5216-4408-8377-677419E4B28D}" type="presParOf" srcId="{F4ECD67E-6EA8-4416-8EFF-3EF304F39F4F}" destId="{FD2CC135-0F9C-432C-960E-397723229129}" srcOrd="1" destOrd="0" presId="urn:microsoft.com/office/officeart/2005/8/layout/hierarchy1"/>
    <dgm:cxn modelId="{97E3B240-612D-4683-89BC-72CE2AFB4002}" type="presParOf" srcId="{FD2CC135-0F9C-432C-960E-397723229129}" destId="{905BCBDF-C27D-41E6-A9A4-B7D5BCBDA560}" srcOrd="0" destOrd="0" presId="urn:microsoft.com/office/officeart/2005/8/layout/hierarchy1"/>
    <dgm:cxn modelId="{895B01CD-544F-4B10-B621-8B0CD141FF6E}" type="presParOf" srcId="{FD2CC135-0F9C-432C-960E-397723229129}" destId="{B8DE711B-4235-42F6-B8E8-4D71102A0DB0}" srcOrd="1" destOrd="0" presId="urn:microsoft.com/office/officeart/2005/8/layout/hierarchy1"/>
    <dgm:cxn modelId="{699A9BDD-B8BE-430F-8991-B72D8CE3EA36}" type="presParOf" srcId="{B8DE711B-4235-42F6-B8E8-4D71102A0DB0}" destId="{10C9B5EE-E60B-4AB0-B25B-F471D54B12EA}" srcOrd="0" destOrd="0" presId="urn:microsoft.com/office/officeart/2005/8/layout/hierarchy1"/>
    <dgm:cxn modelId="{A89C1588-5E2D-4378-BE82-231B605CCF73}" type="presParOf" srcId="{10C9B5EE-E60B-4AB0-B25B-F471D54B12EA}" destId="{8FDB1FED-E9E3-49DB-9DF5-BC6DFA98B15E}" srcOrd="0" destOrd="0" presId="urn:microsoft.com/office/officeart/2005/8/layout/hierarchy1"/>
    <dgm:cxn modelId="{1D184D70-44FE-42B4-ABB6-07E3664EBC45}" type="presParOf" srcId="{10C9B5EE-E60B-4AB0-B25B-F471D54B12EA}" destId="{72A7F0FE-CB11-4110-B86E-59CE3334F21E}" srcOrd="1" destOrd="0" presId="urn:microsoft.com/office/officeart/2005/8/layout/hierarchy1"/>
    <dgm:cxn modelId="{0A11884F-FA43-4108-BE3D-18E36AEE35C6}" type="presParOf" srcId="{B8DE711B-4235-42F6-B8E8-4D71102A0DB0}" destId="{090BD29B-FBB4-4B02-AEEC-16FDB87668E4}" srcOrd="1" destOrd="0" presId="urn:microsoft.com/office/officeart/2005/8/layout/hierarchy1"/>
    <dgm:cxn modelId="{4E5B4325-5EDD-4AE8-8888-1B56FCF86598}" type="presParOf" srcId="{266EB067-41A2-4B29-BA68-7AA54322DB84}" destId="{682AAC01-AF41-4C67-940C-B3AB55723213}" srcOrd="2" destOrd="0" presId="urn:microsoft.com/office/officeart/2005/8/layout/hierarchy1"/>
    <dgm:cxn modelId="{1A1AF592-E022-4BCA-B2BA-82F6053DE05C}" type="presParOf" srcId="{266EB067-41A2-4B29-BA68-7AA54322DB84}" destId="{570559F3-71AD-435A-9CF1-C37C62BF207B}" srcOrd="3" destOrd="0" presId="urn:microsoft.com/office/officeart/2005/8/layout/hierarchy1"/>
    <dgm:cxn modelId="{BA5037D2-4785-4FF1-9E25-88507BD03321}" type="presParOf" srcId="{570559F3-71AD-435A-9CF1-C37C62BF207B}" destId="{9F299A71-2976-4530-AE0D-56EBFE746C23}" srcOrd="0" destOrd="0" presId="urn:microsoft.com/office/officeart/2005/8/layout/hierarchy1"/>
    <dgm:cxn modelId="{1B744B94-8641-4497-931A-AEFBA0668161}" type="presParOf" srcId="{9F299A71-2976-4530-AE0D-56EBFE746C23}" destId="{B624AF35-5300-43A5-8140-EC657E9EB663}" srcOrd="0" destOrd="0" presId="urn:microsoft.com/office/officeart/2005/8/layout/hierarchy1"/>
    <dgm:cxn modelId="{33939715-EEAE-4FC5-A78A-FD94E12C43D7}" type="presParOf" srcId="{9F299A71-2976-4530-AE0D-56EBFE746C23}" destId="{E5F2C001-5211-4980-A434-58AA602F75A4}" srcOrd="1" destOrd="0" presId="urn:microsoft.com/office/officeart/2005/8/layout/hierarchy1"/>
    <dgm:cxn modelId="{96D21DDA-D78E-4F57-AAF2-432E7C12D107}" type="presParOf" srcId="{570559F3-71AD-435A-9CF1-C37C62BF207B}" destId="{37765FF0-8F77-45D3-AB92-650BDFE69E5C}" srcOrd="1" destOrd="0" presId="urn:microsoft.com/office/officeart/2005/8/layout/hierarchy1"/>
    <dgm:cxn modelId="{C39BA778-6C00-468E-9776-067A7A6D324E}" type="presParOf" srcId="{37765FF0-8F77-45D3-AB92-650BDFE69E5C}" destId="{2C87AE7C-737C-45D6-B64E-35E849CC4B0B}" srcOrd="0" destOrd="0" presId="urn:microsoft.com/office/officeart/2005/8/layout/hierarchy1"/>
    <dgm:cxn modelId="{F5594648-F488-4F5D-A527-E8D5A2D6624E}" type="presParOf" srcId="{37765FF0-8F77-45D3-AB92-650BDFE69E5C}" destId="{D13C2A9E-F0A7-4C7C-97EB-C7103B946FDD}" srcOrd="1" destOrd="0" presId="urn:microsoft.com/office/officeart/2005/8/layout/hierarchy1"/>
    <dgm:cxn modelId="{EDB3D85C-E054-47F2-9E8B-8AC1758C5ED5}" type="presParOf" srcId="{D13C2A9E-F0A7-4C7C-97EB-C7103B946FDD}" destId="{43371672-C2F7-403D-8D92-28199AAD4E14}" srcOrd="0" destOrd="0" presId="urn:microsoft.com/office/officeart/2005/8/layout/hierarchy1"/>
    <dgm:cxn modelId="{363C1B19-75ED-4196-A99E-68E04CFE7CF0}" type="presParOf" srcId="{43371672-C2F7-403D-8D92-28199AAD4E14}" destId="{4D432F81-4044-47B3-9097-8E1BF781B594}" srcOrd="0" destOrd="0" presId="urn:microsoft.com/office/officeart/2005/8/layout/hierarchy1"/>
    <dgm:cxn modelId="{86523F30-DD1D-477F-8988-5AB8B8A84D69}" type="presParOf" srcId="{43371672-C2F7-403D-8D92-28199AAD4E14}" destId="{98FFE8E4-3B70-4B0C-855E-6B0FC55E7D9B}" srcOrd="1" destOrd="0" presId="urn:microsoft.com/office/officeart/2005/8/layout/hierarchy1"/>
    <dgm:cxn modelId="{99549DCC-F98B-4FF2-B31C-1DB8FD590572}" type="presParOf" srcId="{D13C2A9E-F0A7-4C7C-97EB-C7103B946FDD}" destId="{6E699CA6-37BC-4ECA-8BDC-9E609BBA9FF6}" srcOrd="1" destOrd="0" presId="urn:microsoft.com/office/officeart/2005/8/layout/hierarchy1"/>
    <dgm:cxn modelId="{F6F8EAC9-C3E3-4338-BE12-D48C0B5D353C}" type="presParOf" srcId="{FB22D240-2805-435D-8590-7B8C7B17465D}" destId="{9B716155-110A-4CA7-9FC5-512A73FF8DC2}" srcOrd="2" destOrd="0" presId="urn:microsoft.com/office/officeart/2005/8/layout/hierarchy1"/>
    <dgm:cxn modelId="{323DEFFF-BC45-4516-A6F1-424526B8D7AD}" type="presParOf" srcId="{FB22D240-2805-435D-8590-7B8C7B17465D}" destId="{64EDB1C2-160C-49E3-9755-4DF34476A87F}" srcOrd="3" destOrd="0" presId="urn:microsoft.com/office/officeart/2005/8/layout/hierarchy1"/>
    <dgm:cxn modelId="{1B449AEB-4D00-4A2C-BA2D-73730B4DBAE3}" type="presParOf" srcId="{64EDB1C2-160C-49E3-9755-4DF34476A87F}" destId="{7DFCEFCD-D879-4081-87BD-C6354FAE1649}" srcOrd="0" destOrd="0" presId="urn:microsoft.com/office/officeart/2005/8/layout/hierarchy1"/>
    <dgm:cxn modelId="{DC817050-D333-4469-9339-C4CA202F47DB}" type="presParOf" srcId="{7DFCEFCD-D879-4081-87BD-C6354FAE1649}" destId="{81C7E1A4-02D6-4D4C-99D5-3ED96078333F}" srcOrd="0" destOrd="0" presId="urn:microsoft.com/office/officeart/2005/8/layout/hierarchy1"/>
    <dgm:cxn modelId="{9CBBA57D-D885-47C6-A7C0-48EBA39759B6}" type="presParOf" srcId="{7DFCEFCD-D879-4081-87BD-C6354FAE1649}" destId="{BD7D8868-772D-4283-9C65-19B3AE84FB7F}" srcOrd="1" destOrd="0" presId="urn:microsoft.com/office/officeart/2005/8/layout/hierarchy1"/>
    <dgm:cxn modelId="{6860C8CA-7311-428F-B417-C1A9554E7D1D}" type="presParOf" srcId="{64EDB1C2-160C-49E3-9755-4DF34476A87F}" destId="{93731323-BDB0-492C-857D-43E2FB95DB0F}" srcOrd="1" destOrd="0" presId="urn:microsoft.com/office/officeart/2005/8/layout/hierarchy1"/>
    <dgm:cxn modelId="{0E154535-069A-4EBC-A82C-C87FE269B5B0}" type="presParOf" srcId="{93731323-BDB0-492C-857D-43E2FB95DB0F}" destId="{E5DE9FC5-1A10-459F-B7ED-094A7E7672B6}" srcOrd="0" destOrd="0" presId="urn:microsoft.com/office/officeart/2005/8/layout/hierarchy1"/>
    <dgm:cxn modelId="{E8BF8419-C3A8-4410-A5F5-58E98A09F154}" type="presParOf" srcId="{93731323-BDB0-492C-857D-43E2FB95DB0F}" destId="{AE08438F-640D-4766-8DC7-2028949C9615}" srcOrd="1" destOrd="0" presId="urn:microsoft.com/office/officeart/2005/8/layout/hierarchy1"/>
    <dgm:cxn modelId="{414338EE-9B6C-40F1-94A0-FD449589DAD6}" type="presParOf" srcId="{AE08438F-640D-4766-8DC7-2028949C9615}" destId="{DB417D43-500B-4824-9085-283623473833}" srcOrd="0" destOrd="0" presId="urn:microsoft.com/office/officeart/2005/8/layout/hierarchy1"/>
    <dgm:cxn modelId="{FE027B85-74BF-4656-A865-38F606AE3FF2}" type="presParOf" srcId="{DB417D43-500B-4824-9085-283623473833}" destId="{861E34DB-150F-4BF1-89C1-024844D8C1D4}" srcOrd="0" destOrd="0" presId="urn:microsoft.com/office/officeart/2005/8/layout/hierarchy1"/>
    <dgm:cxn modelId="{06AC6067-8C60-4C15-8E29-B669FB6E7963}" type="presParOf" srcId="{DB417D43-500B-4824-9085-283623473833}" destId="{1946344B-FE8D-4CA4-8619-0A539CBB6CB3}" srcOrd="1" destOrd="0" presId="urn:microsoft.com/office/officeart/2005/8/layout/hierarchy1"/>
    <dgm:cxn modelId="{88200001-C23E-4C2B-8214-E619BB34A873}" type="presParOf" srcId="{AE08438F-640D-4766-8DC7-2028949C9615}" destId="{C1D2F8B9-6E8D-4D45-BC00-DE1937A778D2}" srcOrd="1" destOrd="0" presId="urn:microsoft.com/office/officeart/2005/8/layout/hierarchy1"/>
    <dgm:cxn modelId="{0ABACBD9-A43F-44E6-B808-B2F32921DFAD}" type="presParOf" srcId="{C1D2F8B9-6E8D-4D45-BC00-DE1937A778D2}" destId="{1176E5B9-5E24-4646-AB7A-AC34FEB1C47F}" srcOrd="0" destOrd="0" presId="urn:microsoft.com/office/officeart/2005/8/layout/hierarchy1"/>
    <dgm:cxn modelId="{59EF4CAC-4DEA-477A-BA0F-EBFA965E545D}" type="presParOf" srcId="{C1D2F8B9-6E8D-4D45-BC00-DE1937A778D2}" destId="{2520B1CC-BE36-431C-A212-E517F65A0780}" srcOrd="1" destOrd="0" presId="urn:microsoft.com/office/officeart/2005/8/layout/hierarchy1"/>
    <dgm:cxn modelId="{F033B748-BF4E-4C88-97C6-85D71D0CCAD3}" type="presParOf" srcId="{2520B1CC-BE36-431C-A212-E517F65A0780}" destId="{0AB1E046-6E95-46CA-A4CE-382B2F1C9017}" srcOrd="0" destOrd="0" presId="urn:microsoft.com/office/officeart/2005/8/layout/hierarchy1"/>
    <dgm:cxn modelId="{B426CC0C-6A4E-4414-BCF0-D6A4EEF212EE}" type="presParOf" srcId="{0AB1E046-6E95-46CA-A4CE-382B2F1C9017}" destId="{24B2ED15-1AD5-468C-A510-EE24F345B04C}" srcOrd="0" destOrd="0" presId="urn:microsoft.com/office/officeart/2005/8/layout/hierarchy1"/>
    <dgm:cxn modelId="{310A0BD5-D253-4209-A065-1D84695A7632}" type="presParOf" srcId="{0AB1E046-6E95-46CA-A4CE-382B2F1C9017}" destId="{382F90F0-3F2F-4DC5-8AFF-B14C88F0A53A}" srcOrd="1" destOrd="0" presId="urn:microsoft.com/office/officeart/2005/8/layout/hierarchy1"/>
    <dgm:cxn modelId="{F09EBFDD-D5AE-48A1-85FC-CBB4C2C321B2}" type="presParOf" srcId="{2520B1CC-BE36-431C-A212-E517F65A0780}" destId="{4CB81590-1EA1-4080-9259-AF837F4165DE}" srcOrd="1" destOrd="0" presId="urn:microsoft.com/office/officeart/2005/8/layout/hierarchy1"/>
    <dgm:cxn modelId="{56F40E97-A8E6-4012-8C5D-A69D2728D8AD}" type="presParOf" srcId="{44CA6086-329A-4667-8304-F6DEB1A59520}" destId="{B6A8A44C-0D36-4ACE-A768-636859FA4F98}" srcOrd="1" destOrd="0" presId="urn:microsoft.com/office/officeart/2005/8/layout/hierarchy1"/>
    <dgm:cxn modelId="{6500A6A7-3B1B-49D2-BE8F-732FD9ADDDEB}" type="presParOf" srcId="{B6A8A44C-0D36-4ACE-A768-636859FA4F98}" destId="{B529438B-D4B8-42CE-B371-A360C636BB1C}" srcOrd="0" destOrd="0" presId="urn:microsoft.com/office/officeart/2005/8/layout/hierarchy1"/>
    <dgm:cxn modelId="{91572F9B-9ECD-4181-B718-175AF10651FA}" type="presParOf" srcId="{B529438B-D4B8-42CE-B371-A360C636BB1C}" destId="{35A0A9B4-E0D1-4287-AF50-707646545948}" srcOrd="0" destOrd="0" presId="urn:microsoft.com/office/officeart/2005/8/layout/hierarchy1"/>
    <dgm:cxn modelId="{FBB6C9DD-5A69-437E-849C-4A816C5D2681}" type="presParOf" srcId="{B529438B-D4B8-42CE-B371-A360C636BB1C}" destId="{09CDEB7C-9BA1-4905-A0C5-D743C86319F5}" srcOrd="1" destOrd="0" presId="urn:microsoft.com/office/officeart/2005/8/layout/hierarchy1"/>
    <dgm:cxn modelId="{C52AA9F2-CD8C-418C-8D16-FD0689AC411A}" type="presParOf" srcId="{B6A8A44C-0D36-4ACE-A768-636859FA4F98}" destId="{1FA1C369-FD05-4C26-8DBB-C7BF03ECD909}" srcOrd="1" destOrd="0" presId="urn:microsoft.com/office/officeart/2005/8/layout/hierarchy1"/>
    <dgm:cxn modelId="{0B2FFDB8-82CD-4061-9090-BC1E574487C7}" type="presParOf" srcId="{44CA6086-329A-4667-8304-F6DEB1A59520}" destId="{D44AE0B2-4D7F-4AEA-9087-03EBA64D1C80}" srcOrd="2" destOrd="0" presId="urn:microsoft.com/office/officeart/2005/8/layout/hierarchy1"/>
    <dgm:cxn modelId="{87EAC1D4-0001-4E58-8332-CFAD297A2C83}" type="presParOf" srcId="{D44AE0B2-4D7F-4AEA-9087-03EBA64D1C80}" destId="{F520DCE1-D0F6-4AA7-A13C-17ABFADE8CC7}" srcOrd="0" destOrd="0" presId="urn:microsoft.com/office/officeart/2005/8/layout/hierarchy1"/>
    <dgm:cxn modelId="{0D5D7DE4-358E-40C1-9152-23F08D44ED8A}" type="presParOf" srcId="{F520DCE1-D0F6-4AA7-A13C-17ABFADE8CC7}" destId="{23960F47-4C08-4201-8C0B-5DADC7EA3181}" srcOrd="0" destOrd="0" presId="urn:microsoft.com/office/officeart/2005/8/layout/hierarchy1"/>
    <dgm:cxn modelId="{41BDD949-CFDC-466B-8BC4-64FADB1F3B00}" type="presParOf" srcId="{F520DCE1-D0F6-4AA7-A13C-17ABFADE8CC7}" destId="{579B29E7-CB09-4E7A-8DE5-E4646C2360BF}" srcOrd="1" destOrd="0" presId="urn:microsoft.com/office/officeart/2005/8/layout/hierarchy1"/>
    <dgm:cxn modelId="{33B017EA-921A-4776-9676-5F77CFD26FCB}" type="presParOf" srcId="{D44AE0B2-4D7F-4AEA-9087-03EBA64D1C80}" destId="{A7E38141-E87B-4682-B7F7-D3E59EA0258C}" srcOrd="1" destOrd="0" presId="urn:microsoft.com/office/officeart/2005/8/layout/hierarchy1"/>
    <dgm:cxn modelId="{06A5C2EE-177A-4633-B042-128FFFA23B13}" type="presParOf" srcId="{44CA6086-329A-4667-8304-F6DEB1A59520}" destId="{5CD812B2-5807-4A7D-8171-FAE92059DA0C}" srcOrd="3" destOrd="0" presId="urn:microsoft.com/office/officeart/2005/8/layout/hierarchy1"/>
    <dgm:cxn modelId="{ED5A8DFF-4DDE-4E4A-A514-D8FF93C0657A}" type="presParOf" srcId="{5CD812B2-5807-4A7D-8171-FAE92059DA0C}" destId="{05D38324-ACE0-4742-9CBA-D3578AF3E5F7}" srcOrd="0" destOrd="0" presId="urn:microsoft.com/office/officeart/2005/8/layout/hierarchy1"/>
    <dgm:cxn modelId="{2272776C-1CA9-488E-9C55-D96C2C8EB662}" type="presParOf" srcId="{05D38324-ACE0-4742-9CBA-D3578AF3E5F7}" destId="{8A96598B-61B0-41A7-9D68-87A9C5F39028}" srcOrd="0" destOrd="0" presId="urn:microsoft.com/office/officeart/2005/8/layout/hierarchy1"/>
    <dgm:cxn modelId="{2FE1E5C6-194E-451A-8713-C9DBC40D6CFC}" type="presParOf" srcId="{05D38324-ACE0-4742-9CBA-D3578AF3E5F7}" destId="{4A115262-1765-4010-A139-8A8F1A619E00}" srcOrd="1" destOrd="0" presId="urn:microsoft.com/office/officeart/2005/8/layout/hierarchy1"/>
    <dgm:cxn modelId="{39267984-2468-450A-AA19-65991C773A5E}" type="presParOf" srcId="{5CD812B2-5807-4A7D-8171-FAE92059DA0C}" destId="{B322D38F-08E4-4BBD-8B7E-9D3E8B04C779}" srcOrd="1" destOrd="0" presId="urn:microsoft.com/office/officeart/2005/8/layout/hierarchy1"/>
  </dgm:cxnLst>
  <dgm:bg>
    <a:noFill/>
  </dgm:bg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76E5B9-5E24-4646-AB7A-AC34FEB1C47F}">
      <dsp:nvSpPr>
        <dsp:cNvPr id="0" name=""/>
        <dsp:cNvSpPr/>
      </dsp:nvSpPr>
      <dsp:spPr>
        <a:xfrm>
          <a:off x="6348344" y="2679347"/>
          <a:ext cx="91440" cy="278220"/>
        </a:xfrm>
        <a:custGeom>
          <a:avLst/>
          <a:gdLst/>
          <a:ahLst/>
          <a:cxnLst/>
          <a:rect l="0" t="0" r="0" b="0"/>
          <a:pathLst>
            <a:path>
              <a:moveTo>
                <a:pt x="78505" y="0"/>
              </a:moveTo>
              <a:lnTo>
                <a:pt x="78505" y="200041"/>
              </a:lnTo>
              <a:lnTo>
                <a:pt x="45720" y="200041"/>
              </a:lnTo>
              <a:lnTo>
                <a:pt x="45720" y="2782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5DE9FC5-1A10-459F-B7ED-094A7E7672B6}">
      <dsp:nvSpPr>
        <dsp:cNvPr id="0" name=""/>
        <dsp:cNvSpPr/>
      </dsp:nvSpPr>
      <dsp:spPr>
        <a:xfrm>
          <a:off x="6348344" y="1930818"/>
          <a:ext cx="91440" cy="21265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34471"/>
              </a:lnTo>
              <a:lnTo>
                <a:pt x="78505" y="134471"/>
              </a:lnTo>
              <a:lnTo>
                <a:pt x="78505" y="21265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B716155-110A-4CA7-9FC5-512A73FF8DC2}">
      <dsp:nvSpPr>
        <dsp:cNvPr id="0" name=""/>
        <dsp:cNvSpPr/>
      </dsp:nvSpPr>
      <dsp:spPr>
        <a:xfrm>
          <a:off x="6143921" y="1058737"/>
          <a:ext cx="250142" cy="33620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8024"/>
              </a:lnTo>
              <a:lnTo>
                <a:pt x="250142" y="258024"/>
              </a:lnTo>
              <a:lnTo>
                <a:pt x="250142" y="33620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C87AE7C-737C-45D6-B64E-35E849CC4B0B}">
      <dsp:nvSpPr>
        <dsp:cNvPr id="0" name=""/>
        <dsp:cNvSpPr/>
      </dsp:nvSpPr>
      <dsp:spPr>
        <a:xfrm>
          <a:off x="4033735" y="2712132"/>
          <a:ext cx="91440" cy="24543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4543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82AAC01-AF41-4C67-940C-B3AB55723213}">
      <dsp:nvSpPr>
        <dsp:cNvPr id="0" name=""/>
        <dsp:cNvSpPr/>
      </dsp:nvSpPr>
      <dsp:spPr>
        <a:xfrm>
          <a:off x="2749171" y="1930818"/>
          <a:ext cx="1330283" cy="24543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7256"/>
              </a:lnTo>
              <a:lnTo>
                <a:pt x="1330283" y="167256"/>
              </a:lnTo>
              <a:lnTo>
                <a:pt x="1330283" y="24543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05BCBDF-C27D-41E6-A9A4-B7D5BCBDA560}">
      <dsp:nvSpPr>
        <dsp:cNvPr id="0" name=""/>
        <dsp:cNvSpPr/>
      </dsp:nvSpPr>
      <dsp:spPr>
        <a:xfrm>
          <a:off x="1373168" y="2712132"/>
          <a:ext cx="91440" cy="24543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4543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F8A3BBD-C3C8-4CEF-91AC-DE4FC562D3C8}">
      <dsp:nvSpPr>
        <dsp:cNvPr id="0" name=""/>
        <dsp:cNvSpPr/>
      </dsp:nvSpPr>
      <dsp:spPr>
        <a:xfrm>
          <a:off x="1418888" y="1930818"/>
          <a:ext cx="1330283" cy="245435"/>
        </a:xfrm>
        <a:custGeom>
          <a:avLst/>
          <a:gdLst/>
          <a:ahLst/>
          <a:cxnLst/>
          <a:rect l="0" t="0" r="0" b="0"/>
          <a:pathLst>
            <a:path>
              <a:moveTo>
                <a:pt x="1330283" y="0"/>
              </a:moveTo>
              <a:lnTo>
                <a:pt x="1330283" y="167256"/>
              </a:lnTo>
              <a:lnTo>
                <a:pt x="0" y="167256"/>
              </a:lnTo>
              <a:lnTo>
                <a:pt x="0" y="24543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F056277-47CE-4734-888F-C27F4A2C79CB}">
      <dsp:nvSpPr>
        <dsp:cNvPr id="0" name=""/>
        <dsp:cNvSpPr/>
      </dsp:nvSpPr>
      <dsp:spPr>
        <a:xfrm>
          <a:off x="2749171" y="1058737"/>
          <a:ext cx="3394749" cy="336202"/>
        </a:xfrm>
        <a:custGeom>
          <a:avLst/>
          <a:gdLst/>
          <a:ahLst/>
          <a:cxnLst/>
          <a:rect l="0" t="0" r="0" b="0"/>
          <a:pathLst>
            <a:path>
              <a:moveTo>
                <a:pt x="3394749" y="0"/>
              </a:moveTo>
              <a:lnTo>
                <a:pt x="3394749" y="258024"/>
              </a:lnTo>
              <a:lnTo>
                <a:pt x="0" y="258024"/>
              </a:lnTo>
              <a:lnTo>
                <a:pt x="0" y="33620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9C562D3-0F2B-41A7-ABCD-552FFC232D41}">
      <dsp:nvSpPr>
        <dsp:cNvPr id="0" name=""/>
        <dsp:cNvSpPr/>
      </dsp:nvSpPr>
      <dsp:spPr>
        <a:xfrm>
          <a:off x="5213323" y="522859"/>
          <a:ext cx="1861194" cy="53587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25D77B-7F47-48EB-A042-E47D5BD991B5}">
      <dsp:nvSpPr>
        <dsp:cNvPr id="0" name=""/>
        <dsp:cNvSpPr/>
      </dsp:nvSpPr>
      <dsp:spPr>
        <a:xfrm>
          <a:off x="5307090" y="611937"/>
          <a:ext cx="1861194" cy="53587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CITOLAB™ pH</a:t>
          </a:r>
          <a:endParaRPr lang="uk-UA" sz="1800" kern="1200" dirty="0"/>
        </a:p>
      </dsp:txBody>
      <dsp:txXfrm>
        <a:off x="5322785" y="627632"/>
        <a:ext cx="1829804" cy="504488"/>
      </dsp:txXfrm>
    </dsp:sp>
    <dsp:sp modelId="{82736DA9-0FC4-48D1-ADFB-BEB95E4CE501}">
      <dsp:nvSpPr>
        <dsp:cNvPr id="0" name=""/>
        <dsp:cNvSpPr/>
      </dsp:nvSpPr>
      <dsp:spPr>
        <a:xfrm>
          <a:off x="1818574" y="1394939"/>
          <a:ext cx="1861194" cy="53587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B4C6F4-94A2-488B-86EF-2CCF3D816C36}">
      <dsp:nvSpPr>
        <dsp:cNvPr id="0" name=""/>
        <dsp:cNvSpPr/>
      </dsp:nvSpPr>
      <dsp:spPr>
        <a:xfrm>
          <a:off x="1912341" y="1484018"/>
          <a:ext cx="1861194" cy="53587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pH &gt;4,</a:t>
          </a:r>
          <a:r>
            <a:rPr lang="uk-UA" sz="1800" kern="1200" dirty="0"/>
            <a:t>4</a:t>
          </a:r>
        </a:p>
      </dsp:txBody>
      <dsp:txXfrm>
        <a:off x="1928036" y="1499713"/>
        <a:ext cx="1829804" cy="504488"/>
      </dsp:txXfrm>
    </dsp:sp>
    <dsp:sp modelId="{9C344F40-C44B-44BC-8C31-BEE2B23AE5B8}">
      <dsp:nvSpPr>
        <dsp:cNvPr id="0" name=""/>
        <dsp:cNvSpPr/>
      </dsp:nvSpPr>
      <dsp:spPr>
        <a:xfrm>
          <a:off x="488290" y="2176253"/>
          <a:ext cx="1861194" cy="53587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2F0072-B421-4785-B3B8-5986A90FEDDA}">
      <dsp:nvSpPr>
        <dsp:cNvPr id="0" name=""/>
        <dsp:cNvSpPr/>
      </dsp:nvSpPr>
      <dsp:spPr>
        <a:xfrm>
          <a:off x="582057" y="2265332"/>
          <a:ext cx="1861194" cy="53587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1" kern="1200" dirty="0"/>
            <a:t>БВ</a:t>
          </a:r>
        </a:p>
      </dsp:txBody>
      <dsp:txXfrm>
        <a:off x="597752" y="2281027"/>
        <a:ext cx="1829804" cy="504488"/>
      </dsp:txXfrm>
    </dsp:sp>
    <dsp:sp modelId="{8FDB1FED-E9E3-49DB-9DF5-BC6DFA98B15E}">
      <dsp:nvSpPr>
        <dsp:cNvPr id="0" name=""/>
        <dsp:cNvSpPr/>
      </dsp:nvSpPr>
      <dsp:spPr>
        <a:xfrm>
          <a:off x="9392" y="2957567"/>
          <a:ext cx="2818991" cy="77397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A7F0FE-CB11-4110-B86E-59CE3334F21E}">
      <dsp:nvSpPr>
        <dsp:cNvPr id="0" name=""/>
        <dsp:cNvSpPr/>
      </dsp:nvSpPr>
      <dsp:spPr>
        <a:xfrm>
          <a:off x="103159" y="3046646"/>
          <a:ext cx="2818991" cy="77397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kern="1200" dirty="0"/>
            <a:t>мікроскопія з використанням критеріїв </a:t>
          </a:r>
          <a:r>
            <a:rPr lang="uk-UA" sz="1800" kern="1200" dirty="0" err="1"/>
            <a:t>Хей-Айсон</a:t>
          </a:r>
          <a:r>
            <a:rPr lang="uk-UA" sz="1800" kern="1200" dirty="0"/>
            <a:t> </a:t>
          </a:r>
        </a:p>
      </dsp:txBody>
      <dsp:txXfrm>
        <a:off x="125828" y="3069315"/>
        <a:ext cx="2773653" cy="728636"/>
      </dsp:txXfrm>
    </dsp:sp>
    <dsp:sp modelId="{B624AF35-5300-43A5-8140-EC657E9EB663}">
      <dsp:nvSpPr>
        <dsp:cNvPr id="0" name=""/>
        <dsp:cNvSpPr/>
      </dsp:nvSpPr>
      <dsp:spPr>
        <a:xfrm>
          <a:off x="3148857" y="2176253"/>
          <a:ext cx="1861194" cy="53587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F2C001-5211-4980-A434-58AA602F75A4}">
      <dsp:nvSpPr>
        <dsp:cNvPr id="0" name=""/>
        <dsp:cNvSpPr/>
      </dsp:nvSpPr>
      <dsp:spPr>
        <a:xfrm>
          <a:off x="3242624" y="2265332"/>
          <a:ext cx="1861194" cy="53587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1" kern="1200" dirty="0" err="1"/>
            <a:t>Трихомоніаз</a:t>
          </a:r>
          <a:endParaRPr lang="uk-UA" sz="1800" b="1" kern="1200" dirty="0"/>
        </a:p>
      </dsp:txBody>
      <dsp:txXfrm>
        <a:off x="3258319" y="2281027"/>
        <a:ext cx="1829804" cy="504488"/>
      </dsp:txXfrm>
    </dsp:sp>
    <dsp:sp modelId="{4D432F81-4044-47B3-9097-8E1BF781B594}">
      <dsp:nvSpPr>
        <dsp:cNvPr id="0" name=""/>
        <dsp:cNvSpPr/>
      </dsp:nvSpPr>
      <dsp:spPr>
        <a:xfrm>
          <a:off x="3015917" y="2957567"/>
          <a:ext cx="2127074" cy="53587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FFE8E4-3B70-4B0C-855E-6B0FC55E7D9B}">
      <dsp:nvSpPr>
        <dsp:cNvPr id="0" name=""/>
        <dsp:cNvSpPr/>
      </dsp:nvSpPr>
      <dsp:spPr>
        <a:xfrm>
          <a:off x="3109684" y="3046646"/>
          <a:ext cx="2127074" cy="53587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dirty="0" err="1"/>
            <a:t>молекулярна</a:t>
          </a:r>
          <a:r>
            <a:rPr lang="ru-RU" sz="1800" kern="1200" dirty="0"/>
            <a:t> </a:t>
          </a:r>
          <a:r>
            <a:rPr lang="ru-RU" sz="1800" kern="1200" dirty="0" err="1"/>
            <a:t>діагностика</a:t>
          </a:r>
          <a:r>
            <a:rPr lang="ru-RU" sz="1800" kern="1200" dirty="0"/>
            <a:t> (ПЛР)</a:t>
          </a:r>
          <a:endParaRPr lang="uk-UA" sz="1800" kern="1200" dirty="0"/>
        </a:p>
      </dsp:txBody>
      <dsp:txXfrm>
        <a:off x="3125379" y="3062341"/>
        <a:ext cx="2095684" cy="504488"/>
      </dsp:txXfrm>
    </dsp:sp>
    <dsp:sp modelId="{81C7E1A4-02D6-4D4C-99D5-3ED96078333F}">
      <dsp:nvSpPr>
        <dsp:cNvPr id="0" name=""/>
        <dsp:cNvSpPr/>
      </dsp:nvSpPr>
      <dsp:spPr>
        <a:xfrm>
          <a:off x="5300217" y="1394939"/>
          <a:ext cx="2187692" cy="53587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7D8868-772D-4283-9C65-19B3AE84FB7F}">
      <dsp:nvSpPr>
        <dsp:cNvPr id="0" name=""/>
        <dsp:cNvSpPr/>
      </dsp:nvSpPr>
      <dsp:spPr>
        <a:xfrm>
          <a:off x="5393984" y="1484018"/>
          <a:ext cx="2187692" cy="53587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dirty="0"/>
            <a:t>рН 4,0-4,4</a:t>
          </a:r>
          <a:endParaRPr lang="uk-UA" sz="1800" kern="1200" dirty="0"/>
        </a:p>
      </dsp:txBody>
      <dsp:txXfrm>
        <a:off x="5409679" y="1499713"/>
        <a:ext cx="2156302" cy="504488"/>
      </dsp:txXfrm>
    </dsp:sp>
    <dsp:sp modelId="{861E34DB-150F-4BF1-89C1-024844D8C1D4}">
      <dsp:nvSpPr>
        <dsp:cNvPr id="0" name=""/>
        <dsp:cNvSpPr/>
      </dsp:nvSpPr>
      <dsp:spPr>
        <a:xfrm>
          <a:off x="5248904" y="2143468"/>
          <a:ext cx="2355890" cy="53587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46344B-FE8D-4CA4-8619-0A539CBB6CB3}">
      <dsp:nvSpPr>
        <dsp:cNvPr id="0" name=""/>
        <dsp:cNvSpPr/>
      </dsp:nvSpPr>
      <dsp:spPr>
        <a:xfrm>
          <a:off x="5342671" y="2232547"/>
          <a:ext cx="2355890" cy="53587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1" kern="1200" dirty="0" err="1"/>
            <a:t>Вульвовагінальний</a:t>
          </a:r>
          <a:r>
            <a:rPr lang="uk-UA" sz="1800" b="1" kern="1200" dirty="0"/>
            <a:t> </a:t>
          </a:r>
          <a:r>
            <a:rPr lang="uk-UA" sz="1800" b="1" kern="1200" dirty="0" err="1"/>
            <a:t>кандидоз</a:t>
          </a:r>
          <a:endParaRPr lang="uk-UA" sz="1800" b="1" kern="1200" dirty="0"/>
        </a:p>
      </dsp:txBody>
      <dsp:txXfrm>
        <a:off x="5358366" y="2248242"/>
        <a:ext cx="2324500" cy="504488"/>
      </dsp:txXfrm>
    </dsp:sp>
    <dsp:sp modelId="{24B2ED15-1AD5-468C-A510-EE24F345B04C}">
      <dsp:nvSpPr>
        <dsp:cNvPr id="0" name=""/>
        <dsp:cNvSpPr/>
      </dsp:nvSpPr>
      <dsp:spPr>
        <a:xfrm>
          <a:off x="5330526" y="2957567"/>
          <a:ext cx="2127074" cy="53587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2F90F0-3F2F-4DC5-8AFF-B14C88F0A53A}">
      <dsp:nvSpPr>
        <dsp:cNvPr id="0" name=""/>
        <dsp:cNvSpPr/>
      </dsp:nvSpPr>
      <dsp:spPr>
        <a:xfrm>
          <a:off x="5424293" y="3046646"/>
          <a:ext cx="2127074" cy="53587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kern="1200" dirty="0"/>
            <a:t>мікроскопія</a:t>
          </a:r>
        </a:p>
      </dsp:txBody>
      <dsp:txXfrm>
        <a:off x="5439988" y="3062341"/>
        <a:ext cx="2095684" cy="504488"/>
      </dsp:txXfrm>
    </dsp:sp>
    <dsp:sp modelId="{35A0A9B4-E0D1-4287-AF50-707646545948}">
      <dsp:nvSpPr>
        <dsp:cNvPr id="0" name=""/>
        <dsp:cNvSpPr/>
      </dsp:nvSpPr>
      <dsp:spPr>
        <a:xfrm>
          <a:off x="7783129" y="1423938"/>
          <a:ext cx="1861194" cy="53587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CDEB7C-9BA1-4905-A0C5-D743C86319F5}">
      <dsp:nvSpPr>
        <dsp:cNvPr id="0" name=""/>
        <dsp:cNvSpPr/>
      </dsp:nvSpPr>
      <dsp:spPr>
        <a:xfrm>
          <a:off x="7876896" y="1513017"/>
          <a:ext cx="1861194" cy="53587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dirty="0"/>
            <a:t>рН≥ 6</a:t>
          </a:r>
          <a:endParaRPr lang="uk-UA" sz="1800" kern="1200" dirty="0"/>
        </a:p>
      </dsp:txBody>
      <dsp:txXfrm>
        <a:off x="7892591" y="1528712"/>
        <a:ext cx="1829804" cy="504488"/>
      </dsp:txXfrm>
    </dsp:sp>
    <dsp:sp modelId="{23960F47-4C08-4201-8C0B-5DADC7EA3181}">
      <dsp:nvSpPr>
        <dsp:cNvPr id="0" name=""/>
        <dsp:cNvSpPr/>
      </dsp:nvSpPr>
      <dsp:spPr>
        <a:xfrm>
          <a:off x="7755594" y="2145038"/>
          <a:ext cx="1861194" cy="53587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9B29E7-CB09-4E7A-8DE5-E4646C2360BF}">
      <dsp:nvSpPr>
        <dsp:cNvPr id="0" name=""/>
        <dsp:cNvSpPr/>
      </dsp:nvSpPr>
      <dsp:spPr>
        <a:xfrm>
          <a:off x="7849361" y="2234117"/>
          <a:ext cx="1861194" cy="53587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1" kern="1200" dirty="0" err="1"/>
            <a:t>Аеробний</a:t>
          </a:r>
          <a:r>
            <a:rPr lang="ru-RU" sz="1700" b="1" kern="1200" dirty="0"/>
            <a:t> </a:t>
          </a:r>
          <a:r>
            <a:rPr lang="ru-RU" sz="1700" b="1" kern="1200" dirty="0" err="1"/>
            <a:t>вагініт</a:t>
          </a:r>
          <a:endParaRPr lang="uk-UA" sz="1700" b="1" kern="1200" dirty="0"/>
        </a:p>
      </dsp:txBody>
      <dsp:txXfrm>
        <a:off x="7865056" y="2249812"/>
        <a:ext cx="1829804" cy="504488"/>
      </dsp:txXfrm>
    </dsp:sp>
    <dsp:sp modelId="{8A96598B-61B0-41A7-9D68-87A9C5F39028}">
      <dsp:nvSpPr>
        <dsp:cNvPr id="0" name=""/>
        <dsp:cNvSpPr/>
      </dsp:nvSpPr>
      <dsp:spPr>
        <a:xfrm>
          <a:off x="7754220" y="2968908"/>
          <a:ext cx="2830333" cy="91718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115262-1765-4010-A139-8A8F1A619E00}">
      <dsp:nvSpPr>
        <dsp:cNvPr id="0" name=""/>
        <dsp:cNvSpPr/>
      </dsp:nvSpPr>
      <dsp:spPr>
        <a:xfrm>
          <a:off x="7847987" y="3057987"/>
          <a:ext cx="2830333" cy="91718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 err="1"/>
            <a:t>мікроскопія</a:t>
          </a:r>
          <a:r>
            <a:rPr lang="ru-RU" sz="1700" kern="1200" dirty="0"/>
            <a:t> з </a:t>
          </a:r>
          <a:r>
            <a:rPr lang="ru-RU" sz="1700" kern="1200" dirty="0" err="1"/>
            <a:t>використанням</a:t>
          </a:r>
          <a:r>
            <a:rPr lang="ru-RU" sz="1700" kern="1200" dirty="0"/>
            <a:t> </a:t>
          </a:r>
          <a:r>
            <a:rPr lang="ru-RU" sz="1700" kern="1200" dirty="0" err="1"/>
            <a:t>критеріїв</a:t>
          </a:r>
          <a:r>
            <a:rPr lang="ru-RU" sz="1700" kern="1200" dirty="0"/>
            <a:t> </a:t>
          </a:r>
          <a:r>
            <a:rPr lang="ru-RU" sz="1700" kern="1200" dirty="0" err="1"/>
            <a:t>Хей-Айсон</a:t>
          </a:r>
          <a:r>
            <a:rPr lang="ru-RU" sz="1700" kern="1200" dirty="0"/>
            <a:t> </a:t>
          </a:r>
          <a:endParaRPr lang="uk-UA" sz="1700" kern="1200" dirty="0"/>
        </a:p>
      </dsp:txBody>
      <dsp:txXfrm>
        <a:off x="7874851" y="3084851"/>
        <a:ext cx="2776605" cy="8634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Місце для дати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FC24A9-5C16-41E0-BCC3-0D5A27D63234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4" name="Місце для зображення 3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Місце для нотаток 4"/>
          <p:cNvSpPr>
            <a:spLocks noGrp="1"/>
          </p:cNvSpPr>
          <p:nvPr>
            <p:ph type="body" sz="quarter" idx="3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uk-UA"/>
              <a:t>Редагувати стиль зразка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5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9B57D3-78E7-4F95-94DC-6BA760D6CAEB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84043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9B57D3-78E7-4F95-94DC-6BA760D6CAEB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66225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uk-UA" dirty="0"/>
              <a:t>Зробити схему зі стрілками</a:t>
            </a:r>
          </a:p>
          <a:p>
            <a:endParaRPr lang="uk-UA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B57D3-78E7-4F95-94DC-6BA760D6CAEB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48312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A6A5C1A-DA06-4B21-ADEF-635860E1E6EC}" type="slidenum">
              <a:rPr lang="ru-RU" altLang="ru-RU">
                <a:solidFill>
                  <a:srgbClr val="000000"/>
                </a:solidFill>
              </a:rPr>
              <a:pPr/>
              <a:t>9</a:t>
            </a:fld>
            <a:endParaRPr lang="ru-RU" altLang="ru-RU" dirty="0">
              <a:solidFill>
                <a:srgbClr val="000000"/>
              </a:solidFill>
            </a:endParaRPr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algn="just" eaLnBrk="1" hangingPunct="1"/>
            <a:r>
              <a:rPr lang="ru-RU" altLang="ru-RU" dirty="0">
                <a:solidFill>
                  <a:srgbClr val="333333"/>
                </a:solidFill>
              </a:rPr>
              <a:t>	</a:t>
            </a:r>
            <a:endParaRPr lang="ru-RU" altLang="ru-RU" sz="1100" b="1" dirty="0"/>
          </a:p>
          <a:p>
            <a:pPr eaLnBrk="1" hangingPunct="1"/>
            <a:endParaRPr lang="ru-RU" altLang="ru-RU" sz="1100" dirty="0"/>
          </a:p>
        </p:txBody>
      </p:sp>
    </p:spTree>
    <p:extLst>
      <p:ext uri="{BB962C8B-B14F-4D97-AF65-F5344CB8AC3E}">
        <p14:creationId xmlns:p14="http://schemas.microsoft.com/office/powerpoint/2010/main" val="3322667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48F3F4-2396-4BF1-8EF7-1BE0593ABCC8}" type="slidenum">
              <a:rPr lang="uk-UA" smtClean="0"/>
              <a:t>19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9745026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uk-UA"/>
              <a:t>Зразок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3794" y="5554264"/>
            <a:ext cx="1930161" cy="978499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8820" y="6528787"/>
            <a:ext cx="4377307" cy="329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339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ристуваць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Зразок заголовка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00372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і об’є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Зразок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Редагувати стиль зразка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97678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Користуваць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Зразок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11379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uk-UA"/>
              <a:t>Зразок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uk-UA"/>
              <a:t>Редагувати стиль зразка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uk-UA"/>
              <a:t>Редагувати стиль зразка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6328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uk-UA"/>
              <a:t>Зразок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Редагувати стиль зразка тексту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uk-UA"/>
              <a:t>Редагувати стиль зразка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Редагувати стиль зразка тексту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uk-UA"/>
              <a:t>Редагувати стиль зразка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13888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Вміст і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4050791" cy="685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1695995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uk-UA" dirty="0"/>
              <a:t>Зразок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uk-UA"/>
              <a:t>Редагувати стиль зразка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342606"/>
            <a:ext cx="3200400" cy="3178628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 dirty="0"/>
              <a:t>Редагувати стиль зразка тексту</a:t>
            </a:r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4857" y="5554264"/>
            <a:ext cx="2013422" cy="1020708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146" t="3047" b="1"/>
          <a:stretch/>
        </p:blipFill>
        <p:spPr>
          <a:xfrm>
            <a:off x="1854925" y="6538816"/>
            <a:ext cx="1744517" cy="319184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33" t="16273" r="64523" b="9660"/>
          <a:stretch/>
        </p:blipFill>
        <p:spPr>
          <a:xfrm>
            <a:off x="330925" y="6614159"/>
            <a:ext cx="1288869" cy="243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526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57A040E-E826-4177-9C97-DE1E9C1B8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60408-1E49-4E19-89E7-997816F253FB}" type="datetimeFigureOut">
              <a:rPr lang="uk-UA" smtClean="0"/>
              <a:t>14.04.2026</a:t>
            </a:fld>
            <a:endParaRPr lang="uk-UA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8FC5E46-753B-4A00-92DE-F742A6AA7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4DFE9E2-0999-47EC-B7BE-369247B58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A3BFF-3061-4902-8FCD-F143167DCFBD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024773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uk-UA"/>
              <a:t>Зразок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8960" y="5606515"/>
            <a:ext cx="1930161" cy="978499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8820" y="6528787"/>
            <a:ext cx="4377307" cy="329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8193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ристуваць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Зразок заголовка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72312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і об’є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Зразок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Редагувати стиль зразка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71591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Користуваць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Зразок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97156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uk-UA"/>
              <a:t>Зразок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uk-UA"/>
              <a:t>Редагувати стиль зразка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uk-UA"/>
              <a:t>Редагувати стиль зразка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4482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uk-UA"/>
              <a:t>Зразок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Редагувати стиль зразка тексту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uk-UA"/>
              <a:t>Редагувати стиль зразка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Редагувати стиль зразка тексту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uk-UA"/>
              <a:t>Редагувати стиль зразка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65548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Вміст і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4050791" cy="685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1695995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uk-UA" dirty="0"/>
              <a:t>Зразок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uk-UA"/>
              <a:t>Редагувати стиль зразка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342606"/>
            <a:ext cx="3200400" cy="3178628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 dirty="0"/>
              <a:t>Редагувати стиль зразка тексту</a:t>
            </a:r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4857" y="5554264"/>
            <a:ext cx="2013422" cy="1020708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146" t="3047" b="1"/>
          <a:stretch/>
        </p:blipFill>
        <p:spPr>
          <a:xfrm>
            <a:off x="1854925" y="6538816"/>
            <a:ext cx="1744517" cy="319184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33" t="16273" r="64523" b="9660"/>
          <a:stretch/>
        </p:blipFill>
        <p:spPr>
          <a:xfrm>
            <a:off x="330925" y="6614159"/>
            <a:ext cx="1288869" cy="243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6789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57A040E-E826-4177-9C97-DE1E9C1B8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60408-1E49-4E19-89E7-997816F253FB}" type="datetimeFigureOut">
              <a:rPr lang="uk-UA" smtClean="0"/>
              <a:t>14.04.2026</a:t>
            </a:fld>
            <a:endParaRPr lang="uk-UA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8FC5E46-753B-4A00-92DE-F742A6AA7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4DFE9E2-0999-47EC-B7BE-369247B58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A3BFF-3061-4902-8FCD-F143167DCFBD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50085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921AA3-D8C9-4D5F-89B6-69FD8AA66E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FC132B7-7C4A-414F-AF9C-3D6B297908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uk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F302AFA-A9F7-4A1B-B30A-8AEF6B52A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69CB8-F204-4D06-B913-C5A26A89888A}" type="datetimeFigureOut">
              <a:rPr lang="en-US" smtClean="0"/>
              <a:t>4/14/2026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786949C-BFB5-4C97-A405-9139BBAD9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F7BCBA1-E06A-4CAF-B0A6-95C235892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‹№›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649886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A80A45-DFD6-4D56-9022-A196A41D2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9EBF39-F71F-4459-9322-F376E7368A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14EBAED-CD8F-41AC-A5C8-C44B1972F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B376-B19C-488D-ABEB-03C7E6E9E3E0}" type="datetimeFigureOut">
              <a:rPr lang="en-US" smtClean="0"/>
              <a:t>4/14/2026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977C736-F937-43DE-893C-79122CCE3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D0A8C9F-F886-44FA-8A04-5520B4844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‹№›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17830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99DA17-0F88-4EC0-8555-3350F801F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DD22677-9251-40C7-BDCB-4F2D1402DC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998C5C5-EAFD-4644-9D0F-B681403D2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F077B-A50F-4D64-8574-E2D6A98A5553}" type="datetimeFigureOut">
              <a:rPr lang="en-US" smtClean="0"/>
              <a:t>4/14/2026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EB3492E-BC7C-491C-937E-7CDAF47AD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FD9C5E4-0DE9-4B4F-851F-1E903FD16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‹№›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457791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9CC0AC-A1A6-4881-BCA6-56840E6A2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EBA4A08-0716-42C5-9686-7C8860003A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4D89985-EB54-4D65-BCB4-B981DE2EFA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D25174C-7D78-46BE-8507-750AAD513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E2A62-1983-43A1-A163-D8AA46534C80}" type="datetimeFigureOut">
              <a:rPr lang="en-US" smtClean="0"/>
              <a:t>4/14/2026</a:t>
            </a:fld>
            <a:endParaRPr lang="en-US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79D43AB-6552-4CF6-A31C-B980C0E63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DF283E5-F922-408B-AE95-E9FD10EE8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‹№›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660841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6D72C8-49A8-4931-903C-6D446C2AF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8AC513-36F6-4611-8946-1C2A90FE2A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84C7733-A5B8-4BB7-949E-731032E89E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C4F4999-2EC7-4789-AE73-C161A3B305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46E39D5-EC07-4B8F-B6FD-F0A7B677CA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CEAA587-FE74-4279-8574-2B0DFDE09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F3E3B-34E3-4345-B2A1-994B83598A9C}" type="datetimeFigureOut">
              <a:rPr lang="en-US" smtClean="0"/>
              <a:t>4/14/2026</a:t>
            </a:fld>
            <a:endParaRPr lang="en-US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3D6C450-A300-466C-A53E-B221758A7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C987FAB-9132-43F7-B08B-6988F46C9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‹№›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213208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022732-3BCD-4A83-AB6E-2FF4BA40E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5C9AC84-0B09-4266-8B3F-573233D95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16C96-82A1-4D77-8ADA-627AC6FE3D65}" type="datetimeFigureOut">
              <a:rPr lang="en-US" smtClean="0"/>
              <a:t>4/14/2026</a:t>
            </a:fld>
            <a:endParaRPr lang="en-US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DBA4738-F48D-4E88-81B3-D97C3021B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23581C1-5331-48AB-A1E9-B15474689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‹№›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315181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B497800-597F-4CE9-847B-17A412F38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60408-1E49-4E19-89E7-997816F253FB}" type="datetimeFigureOut">
              <a:rPr lang="uk-UA" smtClean="0"/>
              <a:t>14.04.2026</a:t>
            </a:fld>
            <a:endParaRPr lang="uk-UA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44C6CC9-D1A2-4318-9100-13BF63943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C113339-54B1-4820-A82E-E414B23CB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A3BFF-3061-4902-8FCD-F143167DCFBD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04979548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504D92-8A05-4566-AC40-B9A30CAA0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4F623CE-C9B0-4F9A-AAFB-0A0C23A9FF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EE7CB73-1DD0-4CBA-AC39-1A5376868E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0E1564E-E6CB-438A-B79F-2B3E9793E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71A48-F18A-45B3-BC05-1E27DA3F88AF}" type="datetimeFigureOut">
              <a:rPr lang="en-US" smtClean="0"/>
              <a:t>4/14/2026</a:t>
            </a:fld>
            <a:endParaRPr lang="en-US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898660B-21E0-4AB4-ADD4-D75EEE410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22F281E-52E6-4729-9FA2-0C045F4F1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‹№›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06253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556892-B566-430A-85B8-3ECF0691B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5B5E751-C326-42E4-9435-833EA98BDA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3A428F5-D8C5-4B3A-AB2C-25CB0592D9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22BAA96-D874-4166-931B-F99B6844B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747F8-9654-4282-85D2-65F41AAE7A75}" type="datetimeFigureOut">
              <a:rPr lang="en-US" smtClean="0"/>
              <a:t>4/14/2026</a:t>
            </a:fld>
            <a:endParaRPr lang="en-US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FD08FC6-A3A7-4ADB-B87B-58BFB0B83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BC32AEE-049F-49C8-887B-4F077C07D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‹№›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9621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4A34D6-E51F-48FC-A7BB-D1027145B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D4B83A5-14EA-4415-96CE-723365EE39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9712C7A-9A4A-492E-A395-733F85CC0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6E300-0A13-4A81-945A-7333C271A069}" type="datetimeFigureOut">
              <a:rPr lang="en-US" smtClean="0"/>
              <a:t>4/14/2026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125F5F2-C6E4-41DB-A85D-C204CAEBC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97CD6C4-BC45-488E-938B-1D8B4461E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‹№›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074130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EDA46E68-46D5-44F0-A862-278ED32A3E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3C43054-AB53-4372-B3DB-1FA7D17B5C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D3995F3-74D0-455A-BFB6-7CDF9C819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71962-1EA4-46E7-BCB0-F36CE46D1A59}" type="datetimeFigureOut">
              <a:rPr lang="en-US" smtClean="0"/>
              <a:t>4/14/2026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A6EF5B0-4D61-4390-B11D-47FA83F9D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11263B0-6426-494D-97CC-595BE5A81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‹№›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34224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13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12.xml"/><Relationship Id="rId9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uk-UA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uk-UA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uk-UA" dirty="0"/>
              <a:t>Зразок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uk-UA" dirty="0"/>
              <a:t>Редагувати стиль зразка тексту</a:t>
            </a:r>
          </a:p>
          <a:p>
            <a:pPr lvl="1"/>
            <a:r>
              <a:rPr lang="uk-UA" dirty="0"/>
              <a:t>Другий рівень</a:t>
            </a:r>
          </a:p>
          <a:p>
            <a:pPr lvl="2"/>
            <a:r>
              <a:rPr lang="uk-UA" dirty="0"/>
              <a:t>Третій рівень</a:t>
            </a:r>
          </a:p>
          <a:p>
            <a:pPr lvl="3"/>
            <a:r>
              <a:rPr lang="uk-UA" dirty="0"/>
              <a:t>Четвертий рівень</a:t>
            </a:r>
          </a:p>
          <a:p>
            <a:pPr lvl="4"/>
            <a:r>
              <a:rPr lang="uk-UA" dirty="0"/>
              <a:t>П’ятий рівень</a:t>
            </a:r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3795" y="5562972"/>
            <a:ext cx="1886618" cy="956424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8820" y="6528787"/>
            <a:ext cx="4377307" cy="329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465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81" r:id="rId2"/>
    <p:sldLayoutId id="2147483674" r:id="rId3"/>
    <p:sldLayoutId id="2147483682" r:id="rId4"/>
    <p:sldLayoutId id="2147483676" r:id="rId5"/>
    <p:sldLayoutId id="2147483677" r:id="rId6"/>
    <p:sldLayoutId id="2147483680" r:id="rId7"/>
    <p:sldLayoutId id="2147483691" r:id="rId8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" panose="05000000000000000000" pitchFamily="2" charset="2"/>
        <a:buChar char="Ø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" panose="05000000000000000000" pitchFamily="2" charset="2"/>
        <a:buChar char="Ø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" panose="05000000000000000000" pitchFamily="2" charset="2"/>
        <a:buChar char="Ø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" panose="05000000000000000000" pitchFamily="2" charset="2"/>
        <a:buChar char="Ø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uk-UA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uk-UA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uk-UA" dirty="0"/>
              <a:t>Зразок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uk-UA" dirty="0"/>
              <a:t>Редагувати стиль зразка тексту</a:t>
            </a:r>
          </a:p>
          <a:p>
            <a:pPr lvl="1"/>
            <a:r>
              <a:rPr lang="uk-UA" dirty="0"/>
              <a:t>Другий рівень</a:t>
            </a:r>
          </a:p>
          <a:p>
            <a:pPr lvl="2"/>
            <a:r>
              <a:rPr lang="uk-UA" dirty="0"/>
              <a:t>Третій рівень</a:t>
            </a:r>
          </a:p>
          <a:p>
            <a:pPr lvl="3"/>
            <a:r>
              <a:rPr lang="uk-UA" dirty="0"/>
              <a:t>Четвертий рівень</a:t>
            </a:r>
          </a:p>
          <a:p>
            <a:pPr lvl="4"/>
            <a:r>
              <a:rPr lang="uk-UA" dirty="0"/>
              <a:t>П’ятий рівень</a:t>
            </a:r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1543" y="5641349"/>
            <a:ext cx="1886618" cy="956424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8820" y="6528787"/>
            <a:ext cx="4377307" cy="329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416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2" r:id="rId8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" panose="05000000000000000000" pitchFamily="2" charset="2"/>
        <a:buChar char="Ø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" panose="05000000000000000000" pitchFamily="2" charset="2"/>
        <a:buChar char="Ø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" panose="05000000000000000000" pitchFamily="2" charset="2"/>
        <a:buChar char="Ø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" panose="05000000000000000000" pitchFamily="2" charset="2"/>
        <a:buChar char="Ø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59D68B-AE0F-4B37-9CAE-74BA4906D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458EB43-7D77-4D0C-949F-0F8DB13E7E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F224F14-283F-4CC2-8FD6-133201490E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085C96-5E06-406A-BC76-F7F631D5854F}" type="datetimeFigureOut">
              <a:rPr lang="uk-UA" smtClean="0"/>
              <a:t>14.04.2026</a:t>
            </a:fld>
            <a:endParaRPr lang="uk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6E281DF-65BC-4C14-A483-61ACD91613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BC3403A-C0CC-49A3-98C5-9ED0BEE5F9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B93F86-A606-4CF7-96A0-13BFFFC72532}" type="slidenum">
              <a:rPr lang="uk-UA" smtClean="0"/>
              <a:t>‹№›</a:t>
            </a:fld>
            <a:endParaRPr lang="uk-UA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09DE01E-DB0F-4373-B9AC-D5B72D8984CA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1543" y="5641349"/>
            <a:ext cx="1886618" cy="956424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75DB90D-5002-4385-93D1-87BE985F7B24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8820" y="6528787"/>
            <a:ext cx="4377307" cy="329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809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8.png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8.png"/><Relationship Id="rId5" Type="http://schemas.openxmlformats.org/officeDocument/2006/relationships/chart" Target="../charts/chart1.xml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microsoft.com/office/2007/relationships/hdphoto" Target="../media/hdphoto1.wdp"/><Relationship Id="rId7" Type="http://schemas.openxmlformats.org/officeDocument/2006/relationships/diagramQuickStyle" Target="../diagrams/quickStyle1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3.xml"/><Relationship Id="rId6" Type="http://schemas.openxmlformats.org/officeDocument/2006/relationships/diagramLayout" Target="../diagrams/layout1.xml"/><Relationship Id="rId11" Type="http://schemas.openxmlformats.org/officeDocument/2006/relationships/hyperlink" Target="https://www.dec.gov.ua/wp-content/uploads/2022/12/2022_12_15_2264smd-avv.pdf" TargetMode="External"/><Relationship Id="rId5" Type="http://schemas.openxmlformats.org/officeDocument/2006/relationships/diagramData" Target="../diagrams/data1.xml"/><Relationship Id="rId10" Type="http://schemas.openxmlformats.org/officeDocument/2006/relationships/image" Target="../media/image9.png"/><Relationship Id="rId4" Type="http://schemas.openxmlformats.org/officeDocument/2006/relationships/image" Target="../media/image6.jpeg"/><Relationship Id="rId9" Type="http://schemas.microsoft.com/office/2007/relationships/diagramDrawing" Target="../diagrams/drawing1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8.png"/><Relationship Id="rId5" Type="http://schemas.openxmlformats.org/officeDocument/2006/relationships/image" Target="../media/image10.png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11.png"/><Relationship Id="rId5" Type="http://schemas.openxmlformats.org/officeDocument/2006/relationships/hyperlink" Target="https://www.dec.gov.ua/wp-content/uploads/2022/12/2022_12_15_2264smd-avv.pdf" TargetMode="External"/><Relationship Id="rId4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6" Type="http://schemas.openxmlformats.org/officeDocument/2006/relationships/hyperlink" Target="https://www.dec.gov.ua/wp-content/uploads/2022/12/2022_12_15_2264smd-avv.pdf" TargetMode="External"/><Relationship Id="rId5" Type="http://schemas.openxmlformats.org/officeDocument/2006/relationships/image" Target="../media/image6.jpeg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8.png"/><Relationship Id="rId3" Type="http://schemas.openxmlformats.org/officeDocument/2006/relationships/image" Target="../media/image5.png"/><Relationship Id="rId7" Type="http://schemas.openxmlformats.org/officeDocument/2006/relationships/image" Target="../media/image13.png"/><Relationship Id="rId12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6.jpeg"/><Relationship Id="rId10" Type="http://schemas.openxmlformats.org/officeDocument/2006/relationships/image" Target="../media/image16.png"/><Relationship Id="rId4" Type="http://schemas.microsoft.com/office/2007/relationships/hdphoto" Target="../media/hdphoto1.wdp"/><Relationship Id="rId9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8.png"/><Relationship Id="rId5" Type="http://schemas.openxmlformats.org/officeDocument/2006/relationships/image" Target="../media/image19.png"/><Relationship Id="rId4" Type="http://schemas.openxmlformats.org/officeDocument/2006/relationships/image" Target="../media/image6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2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A0D0B38-9D45-460B-BC2D-E291A3CB09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3000"/>
                    </a14:imgEffect>
                    <a14:imgEffect>
                      <a14:brightnessContrast bright="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25962" cy="6858000"/>
          </a:xfrm>
          <a:prstGeom prst="rect">
            <a:avLst/>
          </a:prstGeom>
          <a:blipFill dpi="0" rotWithShape="1">
            <a:blip r:embed="rId5"/>
            <a:srcRect/>
            <a:tile tx="0" ty="0" sx="100000" sy="100000" flip="none" algn="tl"/>
          </a:blipFill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3759201" y="1982178"/>
            <a:ext cx="8178448" cy="3566160"/>
          </a:xfrm>
        </p:spPr>
        <p:txBody>
          <a:bodyPr>
            <a:noAutofit/>
          </a:bodyPr>
          <a:lstStyle/>
          <a:p>
            <a:pPr algn="r"/>
            <a:br>
              <a:rPr lang="uk-UA" sz="4800" cap="all" dirty="0"/>
            </a:br>
            <a:r>
              <a:rPr lang="en-US" sz="4800" b="1" cap="all" dirty="0">
                <a:solidFill>
                  <a:srgbClr val="002060"/>
                </a:solidFill>
              </a:rPr>
              <a:t>CITOLAB® </a:t>
            </a:r>
            <a:r>
              <a:rPr lang="en-US" sz="4800" b="1" dirty="0">
                <a:solidFill>
                  <a:srgbClr val="002060"/>
                </a:solidFill>
              </a:rPr>
              <a:t>p</a:t>
            </a:r>
            <a:r>
              <a:rPr lang="en-US" sz="4800" b="1" cap="all" dirty="0">
                <a:solidFill>
                  <a:srgbClr val="002060"/>
                </a:solidFill>
              </a:rPr>
              <a:t>H</a:t>
            </a:r>
            <a:br>
              <a:rPr lang="uk-UA" sz="4800" cap="all" dirty="0">
                <a:solidFill>
                  <a:srgbClr val="DA20CD"/>
                </a:solidFill>
                <a:latin typeface="+mn-lt"/>
              </a:rPr>
            </a:br>
            <a:r>
              <a:rPr lang="uk-UA" sz="3600" b="1" u="sng" cap="all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швидка допомога при діагностиці збудників вагінальних інфекцій у жінок з АВВ</a:t>
            </a:r>
            <a:endParaRPr lang="ru-RU" sz="3600" u="sng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DA3B21A-3262-4A68-BB4A-80EB7217F001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07" r="21554"/>
          <a:stretch/>
        </p:blipFill>
        <p:spPr>
          <a:xfrm>
            <a:off x="402081" y="172720"/>
            <a:ext cx="3357119" cy="6066380"/>
          </a:xfrm>
          <a:prstGeom prst="rect">
            <a:avLst/>
          </a:prstGeom>
          <a:ln w="57150"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1058B29-9C18-4EEE-BF5A-F2E8006EDB6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02464" y="0"/>
            <a:ext cx="2687936" cy="1286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419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B11F6A5B-A30A-4F1A-A5BA-148BF1ACC7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  <a14:imgEffect>
                      <a14:brightnessContrast bright="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25962" cy="6858000"/>
          </a:xfrm>
          <a:prstGeom prst="rect">
            <a:avLst/>
          </a:prstGeom>
          <a:blipFill dpi="0" rotWithShape="1">
            <a:blip r:embed="rId4"/>
            <a:srcRect/>
            <a:tile tx="0" ty="0" sx="100000" sy="100000" flip="none" algn="tl"/>
          </a:blipFill>
          <a:effectLst>
            <a:outerShdw blurRad="50800" dist="50800" dir="5400000" algn="ctr" rotWithShape="0">
              <a:srgbClr val="000000"/>
            </a:outerShdw>
          </a:effectLst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C13148B-18EB-434B-BFB7-1E7146933947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07" r="21554"/>
          <a:stretch/>
        </p:blipFill>
        <p:spPr>
          <a:xfrm>
            <a:off x="8326239" y="422129"/>
            <a:ext cx="3327989" cy="6013742"/>
          </a:xfrm>
          <a:prstGeom prst="rect">
            <a:avLst/>
          </a:prstGeom>
          <a:ln w="57150"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DC497FFC-8085-4597-B028-9359AB12C1B1}"/>
              </a:ext>
            </a:extLst>
          </p:cNvPr>
          <p:cNvSpPr/>
          <p:nvPr/>
        </p:nvSpPr>
        <p:spPr>
          <a:xfrm>
            <a:off x="1016000" y="2279874"/>
            <a:ext cx="6959600" cy="962982"/>
          </a:xfrm>
          <a:prstGeom prst="roundRect">
            <a:avLst/>
          </a:prstGeom>
          <a:solidFill>
            <a:srgbClr val="ECF3F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sz="2400" b="1" dirty="0">
                <a:solidFill>
                  <a:schemeClr val="tx1"/>
                </a:solidFill>
              </a:rPr>
              <a:t>Визначення рівня </a:t>
            </a:r>
            <a:r>
              <a:rPr lang="uk-UA" sz="2400" b="1" dirty="0" err="1">
                <a:solidFill>
                  <a:schemeClr val="tx1"/>
                </a:solidFill>
              </a:rPr>
              <a:t>pH</a:t>
            </a:r>
            <a:r>
              <a:rPr lang="uk-UA" sz="2400" b="1" dirty="0">
                <a:solidFill>
                  <a:schemeClr val="tx1"/>
                </a:solidFill>
              </a:rPr>
              <a:t> піхви </a:t>
            </a:r>
            <a:r>
              <a:rPr lang="uk-UA" sz="2400" dirty="0">
                <a:solidFill>
                  <a:schemeClr val="tx1"/>
                </a:solidFill>
              </a:rPr>
              <a:t>з метою оцінки стану вагінальної мікрофлори.</a:t>
            </a:r>
          </a:p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2211575B-DC59-43D3-AE1F-1E988A9966F0}"/>
              </a:ext>
            </a:extLst>
          </p:cNvPr>
          <p:cNvSpPr/>
          <p:nvPr/>
        </p:nvSpPr>
        <p:spPr>
          <a:xfrm>
            <a:off x="1016000" y="3408680"/>
            <a:ext cx="6959600" cy="1746152"/>
          </a:xfrm>
          <a:prstGeom prst="roundRect">
            <a:avLst/>
          </a:prstGeom>
          <a:solidFill>
            <a:srgbClr val="ECF3F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ctr"/>
            <a:r>
              <a:rPr lang="uk-UA" sz="2400" dirty="0">
                <a:solidFill>
                  <a:schemeClr val="tx1"/>
                </a:solidFill>
              </a:rPr>
              <a:t>Використовується для </a:t>
            </a:r>
            <a:r>
              <a:rPr lang="uk-UA" sz="2400" b="1" dirty="0">
                <a:solidFill>
                  <a:schemeClr val="tx1"/>
                </a:solidFill>
              </a:rPr>
              <a:t>допомоги в</a:t>
            </a:r>
            <a:r>
              <a:rPr lang="uk-UA" sz="2400" dirty="0">
                <a:solidFill>
                  <a:schemeClr val="tx1"/>
                </a:solidFill>
              </a:rPr>
              <a:t> </a:t>
            </a:r>
            <a:r>
              <a:rPr lang="uk-UA" sz="2400" b="1" dirty="0">
                <a:solidFill>
                  <a:schemeClr val="tx1"/>
                </a:solidFill>
              </a:rPr>
              <a:t>діагностиці</a:t>
            </a:r>
            <a:r>
              <a:rPr lang="uk-UA" sz="2400" dirty="0">
                <a:solidFill>
                  <a:schemeClr val="tx1"/>
                </a:solidFill>
              </a:rPr>
              <a:t> станів, пов’язаних із порушенням кислотно-лужного балансу, таких як </a:t>
            </a:r>
            <a:r>
              <a:rPr lang="uk-UA" sz="2400" b="1" dirty="0">
                <a:solidFill>
                  <a:schemeClr val="tx1"/>
                </a:solidFill>
              </a:rPr>
              <a:t>бактеріальний </a:t>
            </a:r>
            <a:r>
              <a:rPr lang="uk-UA" sz="2400" b="1" dirty="0" err="1">
                <a:solidFill>
                  <a:schemeClr val="tx1"/>
                </a:solidFill>
              </a:rPr>
              <a:t>вагіноз</a:t>
            </a:r>
            <a:r>
              <a:rPr lang="uk-UA" sz="2400" b="1" dirty="0">
                <a:solidFill>
                  <a:schemeClr val="tx1"/>
                </a:solidFill>
              </a:rPr>
              <a:t>, </a:t>
            </a:r>
            <a:r>
              <a:rPr lang="uk-UA" sz="2400" b="1" dirty="0" err="1">
                <a:solidFill>
                  <a:schemeClr val="tx1"/>
                </a:solidFill>
              </a:rPr>
              <a:t>кандидоз</a:t>
            </a:r>
            <a:r>
              <a:rPr lang="uk-UA" sz="2400" b="1" dirty="0">
                <a:solidFill>
                  <a:schemeClr val="tx1"/>
                </a:solidFill>
              </a:rPr>
              <a:t>, </a:t>
            </a:r>
            <a:r>
              <a:rPr lang="uk-UA" sz="2400" b="1" dirty="0" err="1">
                <a:solidFill>
                  <a:schemeClr val="tx1"/>
                </a:solidFill>
              </a:rPr>
              <a:t>трихомоніаз</a:t>
            </a:r>
            <a:r>
              <a:rPr lang="uk-UA" sz="2400" b="1" dirty="0">
                <a:solidFill>
                  <a:schemeClr val="tx1"/>
                </a:solidFill>
              </a:rPr>
              <a:t> чи аеробний вагініт.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26C46865-B3BD-4FDF-9DA8-CE117937820F}"/>
              </a:ext>
            </a:extLst>
          </p:cNvPr>
          <p:cNvSpPr/>
          <p:nvPr/>
        </p:nvSpPr>
        <p:spPr>
          <a:xfrm>
            <a:off x="1034903" y="5425460"/>
            <a:ext cx="6940697" cy="981884"/>
          </a:xfrm>
          <a:prstGeom prst="roundRect">
            <a:avLst/>
          </a:prstGeom>
          <a:solidFill>
            <a:srgbClr val="ECF3F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sz="2400" b="1" dirty="0">
                <a:solidFill>
                  <a:schemeClr val="tx1"/>
                </a:solidFill>
              </a:rPr>
              <a:t>Моніторинг ефективності лікування</a:t>
            </a:r>
            <a:r>
              <a:rPr lang="uk-UA" sz="2400" dirty="0">
                <a:solidFill>
                  <a:schemeClr val="tx1"/>
                </a:solidFill>
              </a:rPr>
              <a:t> вагінальних інфекцій.</a:t>
            </a:r>
          </a:p>
          <a:p>
            <a:pPr algn="ctr"/>
            <a:endParaRPr lang="uk-UA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2601E7-C1FE-44BD-A240-A61AEBD0546D}"/>
              </a:ext>
            </a:extLst>
          </p:cNvPr>
          <p:cNvSpPr txBox="1"/>
          <p:nvPr/>
        </p:nvSpPr>
        <p:spPr>
          <a:xfrm>
            <a:off x="272904" y="167978"/>
            <a:ext cx="905184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 err="1">
                <a:solidFill>
                  <a:schemeClr val="tx1"/>
                </a:solidFill>
              </a:rPr>
              <a:t>Діагностичні</a:t>
            </a:r>
            <a:r>
              <a:rPr lang="ru-RU" sz="2400" b="1" dirty="0">
                <a:solidFill>
                  <a:schemeClr val="tx1"/>
                </a:solidFill>
              </a:rPr>
              <a:t> тест-</a:t>
            </a:r>
            <a:r>
              <a:rPr lang="ru-RU" sz="2400" b="1" dirty="0" err="1">
                <a:solidFill>
                  <a:schemeClr val="tx1"/>
                </a:solidFill>
              </a:rPr>
              <a:t>смужки</a:t>
            </a:r>
            <a:r>
              <a:rPr lang="ru-RU" sz="2400" b="1" dirty="0">
                <a:solidFill>
                  <a:schemeClr val="tx1"/>
                </a:solidFill>
              </a:rPr>
              <a:t> для </a:t>
            </a:r>
            <a:r>
              <a:rPr lang="ru-RU" sz="2400" b="1" dirty="0" err="1">
                <a:solidFill>
                  <a:schemeClr val="tx1"/>
                </a:solidFill>
              </a:rPr>
              <a:t>вимірювання</a:t>
            </a:r>
            <a:r>
              <a:rPr lang="ru-RU" sz="2400" b="1" dirty="0">
                <a:solidFill>
                  <a:schemeClr val="tx1"/>
                </a:solidFill>
              </a:rPr>
              <a:t> </a:t>
            </a:r>
            <a:r>
              <a:rPr lang="ru-RU" sz="2400" b="1" dirty="0" err="1">
                <a:solidFill>
                  <a:schemeClr val="tx1"/>
                </a:solidFill>
              </a:rPr>
              <a:t>кислотності</a:t>
            </a:r>
            <a:r>
              <a:rPr lang="ru-RU" sz="2400" b="1" dirty="0">
                <a:solidFill>
                  <a:schemeClr val="tx1"/>
                </a:solidFill>
              </a:rPr>
              <a:t> (рН) </a:t>
            </a:r>
            <a:r>
              <a:rPr lang="ru-RU" sz="2400" b="1" dirty="0" err="1">
                <a:solidFill>
                  <a:schemeClr val="tx1"/>
                </a:solidFill>
              </a:rPr>
              <a:t>вагінальних</a:t>
            </a:r>
            <a:r>
              <a:rPr lang="ru-RU" sz="2400" b="1" dirty="0">
                <a:solidFill>
                  <a:schemeClr val="tx1"/>
                </a:solidFill>
              </a:rPr>
              <a:t> </a:t>
            </a:r>
            <a:r>
              <a:rPr lang="ru-RU" sz="2400" b="1" dirty="0" err="1">
                <a:solidFill>
                  <a:schemeClr val="tx1"/>
                </a:solidFill>
              </a:rPr>
              <a:t>виділень</a:t>
            </a:r>
            <a:r>
              <a:rPr lang="ru-RU" sz="2400" b="1" dirty="0">
                <a:solidFill>
                  <a:schemeClr val="tx1"/>
                </a:solidFill>
              </a:rPr>
              <a:t>. </a:t>
            </a:r>
          </a:p>
          <a:p>
            <a:endParaRPr lang="ru-RU" sz="2400" b="1" dirty="0">
              <a:solidFill>
                <a:schemeClr val="tx1"/>
              </a:solidFill>
            </a:endParaRPr>
          </a:p>
          <a:p>
            <a:r>
              <a:rPr lang="ru-RU" sz="3600" b="1" dirty="0" err="1">
                <a:solidFill>
                  <a:srgbClr val="002060"/>
                </a:solidFill>
              </a:rPr>
              <a:t>Призначення</a:t>
            </a:r>
            <a:r>
              <a:rPr lang="ru-RU" sz="3600" b="1" dirty="0">
                <a:solidFill>
                  <a:srgbClr val="002060"/>
                </a:solidFill>
              </a:rPr>
              <a:t>:</a:t>
            </a:r>
          </a:p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5826817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FD708A3-673A-46B0-95D4-16381E99F0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  <a14:imgEffect>
                      <a14:brightnessContrast bright="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25962" cy="6858000"/>
          </a:xfrm>
          <a:prstGeom prst="rect">
            <a:avLst/>
          </a:prstGeom>
          <a:blipFill dpi="0" rotWithShape="1">
            <a:blip r:embed="rId4"/>
            <a:srcRect/>
            <a:tile tx="0" ty="0" sx="100000" sy="100000" flip="none" algn="tl"/>
          </a:blipFill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3B34E126-2640-4713-91ED-4C338CA4FE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2640" y="1205654"/>
            <a:ext cx="10058400" cy="3764953"/>
          </a:xfrm>
        </p:spPr>
        <p:txBody>
          <a:bodyPr anchor="ctr">
            <a:noAutofit/>
          </a:bodyPr>
          <a:lstStyle/>
          <a:p>
            <a:pPr marL="0" indent="0">
              <a:buNone/>
            </a:pPr>
            <a:r>
              <a:rPr lang="ru-RU" b="1" dirty="0" err="1"/>
              <a:t>Розповсюдженість</a:t>
            </a:r>
            <a:r>
              <a:rPr lang="ru-RU" b="1" dirty="0"/>
              <a:t> </a:t>
            </a:r>
            <a:r>
              <a:rPr lang="ru-RU" b="1" dirty="0" err="1"/>
              <a:t>основних</a:t>
            </a:r>
            <a:r>
              <a:rPr lang="ru-RU" b="1" dirty="0"/>
              <a:t> причин АВВ в </a:t>
            </a:r>
            <a:r>
              <a:rPr lang="ru-RU" b="1" dirty="0" err="1"/>
              <a:t>різних</a:t>
            </a:r>
            <a:r>
              <a:rPr lang="ru-RU" b="1" dirty="0"/>
              <a:t> </a:t>
            </a:r>
            <a:r>
              <a:rPr lang="ru-RU" b="1" dirty="0" err="1"/>
              <a:t>популяціях</a:t>
            </a:r>
            <a:r>
              <a:rPr lang="ru-RU" b="1" dirty="0"/>
              <a:t> є </a:t>
            </a:r>
            <a:r>
              <a:rPr lang="ru-RU" b="1" dirty="0" err="1"/>
              <a:t>високою</a:t>
            </a:r>
            <a:r>
              <a:rPr lang="ru-RU" b="1" dirty="0"/>
              <a:t>:</a:t>
            </a:r>
          </a:p>
          <a:p>
            <a:pPr marL="0" indent="0">
              <a:buNone/>
            </a:pPr>
            <a:endParaRPr lang="ru-RU" dirty="0"/>
          </a:p>
          <a:p>
            <a:pPr lvl="2"/>
            <a:r>
              <a:rPr lang="ru-RU" sz="2800" dirty="0"/>
              <a:t> </a:t>
            </a:r>
            <a:r>
              <a:rPr lang="ru-RU" sz="2800" dirty="0" err="1"/>
              <a:t>близько</a:t>
            </a:r>
            <a:r>
              <a:rPr lang="ru-RU" sz="2800" dirty="0"/>
              <a:t> </a:t>
            </a:r>
            <a:r>
              <a:rPr lang="ru-RU" sz="2800" b="1" dirty="0">
                <a:solidFill>
                  <a:schemeClr val="accent1">
                    <a:lumMod val="75000"/>
                  </a:schemeClr>
                </a:solidFill>
              </a:rPr>
              <a:t>70% </a:t>
            </a:r>
            <a:r>
              <a:rPr lang="ru-RU" sz="2800" b="1" dirty="0" err="1">
                <a:solidFill>
                  <a:schemeClr val="accent1">
                    <a:lumMod val="75000"/>
                  </a:schemeClr>
                </a:solidFill>
              </a:rPr>
              <a:t>жінок</a:t>
            </a:r>
            <a:r>
              <a:rPr lang="ru-RU" sz="28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ru-RU" sz="2800" dirty="0" err="1"/>
              <a:t>мають</a:t>
            </a:r>
            <a:r>
              <a:rPr lang="ru-RU" sz="2800" dirty="0"/>
              <a:t> </a:t>
            </a:r>
            <a:r>
              <a:rPr lang="ru-RU" sz="2800" dirty="0" err="1"/>
              <a:t>протягом</a:t>
            </a:r>
            <a:r>
              <a:rPr lang="ru-RU" sz="2800" dirty="0"/>
              <a:t> </a:t>
            </a:r>
            <a:r>
              <a:rPr lang="ru-RU" sz="2800" dirty="0" err="1"/>
              <a:t>життя</a:t>
            </a:r>
            <a:r>
              <a:rPr lang="ru-RU" sz="2800" dirty="0"/>
              <a:t> </a:t>
            </a:r>
            <a:r>
              <a:rPr lang="ru-RU" sz="2800" b="1" dirty="0" err="1">
                <a:solidFill>
                  <a:schemeClr val="accent1">
                    <a:lumMod val="75000"/>
                  </a:schemeClr>
                </a:solidFill>
              </a:rPr>
              <a:t>епізод</a:t>
            </a:r>
            <a:r>
              <a:rPr lang="ru-RU" sz="28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ru-RU" sz="2800" b="1" dirty="0" err="1">
                <a:solidFill>
                  <a:schemeClr val="accent1">
                    <a:lumMod val="75000"/>
                  </a:schemeClr>
                </a:solidFill>
              </a:rPr>
              <a:t>вульвовагінального</a:t>
            </a:r>
            <a:r>
              <a:rPr lang="ru-RU" sz="2800" b="1" dirty="0">
                <a:solidFill>
                  <a:schemeClr val="accent1">
                    <a:lumMod val="75000"/>
                  </a:schemeClr>
                </a:solidFill>
              </a:rPr>
              <a:t> кандидозу (ВВК)</a:t>
            </a:r>
            <a:r>
              <a:rPr lang="ru-RU" sz="2800" baseline="30000" dirty="0"/>
              <a:t>1</a:t>
            </a:r>
            <a:r>
              <a:rPr lang="ru-RU" sz="2800" dirty="0"/>
              <a:t>, </a:t>
            </a:r>
            <a:r>
              <a:rPr lang="ru-RU" sz="2800" dirty="0" err="1"/>
              <a:t>що</a:t>
            </a:r>
            <a:r>
              <a:rPr lang="ru-RU" sz="2800" dirty="0"/>
              <a:t> </a:t>
            </a:r>
            <a:r>
              <a:rPr lang="ru-RU" sz="2800" dirty="0" err="1"/>
              <a:t>потребує</a:t>
            </a:r>
            <a:r>
              <a:rPr lang="ru-RU" sz="2800" dirty="0"/>
              <a:t> </a:t>
            </a:r>
            <a:r>
              <a:rPr lang="ru-RU" sz="2800" dirty="0" err="1"/>
              <a:t>лікування</a:t>
            </a:r>
            <a:r>
              <a:rPr lang="ru-RU" sz="2800" dirty="0"/>
              <a:t>.</a:t>
            </a:r>
          </a:p>
          <a:p>
            <a:pPr lvl="2"/>
            <a:endParaRPr lang="ru-RU" sz="2800" dirty="0"/>
          </a:p>
          <a:p>
            <a:pPr lvl="2"/>
            <a:r>
              <a:rPr lang="ru-RU" sz="2800" dirty="0"/>
              <a:t> глобальна </a:t>
            </a:r>
            <a:r>
              <a:rPr lang="ru-RU" sz="2800" dirty="0" err="1"/>
              <a:t>розповсюдженість</a:t>
            </a:r>
            <a:r>
              <a:rPr lang="ru-RU" sz="2800" dirty="0"/>
              <a:t> </a:t>
            </a:r>
            <a:r>
              <a:rPr lang="ru-RU" sz="2800" b="1" dirty="0" err="1">
                <a:solidFill>
                  <a:schemeClr val="accent1">
                    <a:lumMod val="75000"/>
                  </a:schemeClr>
                </a:solidFill>
              </a:rPr>
              <a:t>бактеріального</a:t>
            </a:r>
            <a:r>
              <a:rPr lang="ru-RU" sz="28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ru-RU" sz="2800" b="1" dirty="0" err="1">
                <a:solidFill>
                  <a:schemeClr val="accent1">
                    <a:lumMod val="75000"/>
                  </a:schemeClr>
                </a:solidFill>
              </a:rPr>
              <a:t>вагінозу</a:t>
            </a:r>
            <a:r>
              <a:rPr lang="ru-RU" sz="2800" b="1" dirty="0">
                <a:solidFill>
                  <a:schemeClr val="accent1">
                    <a:lumMod val="75000"/>
                  </a:schemeClr>
                </a:solidFill>
              </a:rPr>
              <a:t> (БВ) </a:t>
            </a:r>
            <a:r>
              <a:rPr lang="ru-RU" sz="2800" dirty="0" err="1"/>
              <a:t>складає</a:t>
            </a:r>
            <a:r>
              <a:rPr lang="ru-RU" sz="2800" dirty="0"/>
              <a:t> </a:t>
            </a:r>
            <a:r>
              <a:rPr lang="ru-RU" sz="2800" b="1" dirty="0" err="1">
                <a:solidFill>
                  <a:schemeClr val="accent1">
                    <a:lumMod val="75000"/>
                  </a:schemeClr>
                </a:solidFill>
              </a:rPr>
              <a:t>від</a:t>
            </a:r>
            <a:r>
              <a:rPr lang="ru-RU" sz="2800" b="1" dirty="0">
                <a:solidFill>
                  <a:schemeClr val="accent1">
                    <a:lumMod val="75000"/>
                  </a:schemeClr>
                </a:solidFill>
              </a:rPr>
              <a:t> 23% до 29% </a:t>
            </a:r>
            <a:r>
              <a:rPr lang="ru-RU" sz="2800" dirty="0"/>
              <a:t>(</a:t>
            </a:r>
            <a:r>
              <a:rPr lang="ru-RU" sz="2800" dirty="0" err="1"/>
              <a:t>зокрема</a:t>
            </a:r>
            <a:r>
              <a:rPr lang="ru-RU" sz="2800" dirty="0"/>
              <a:t> в </a:t>
            </a:r>
            <a:r>
              <a:rPr lang="ru-RU" sz="2800" dirty="0" err="1"/>
              <a:t>Європі</a:t>
            </a:r>
            <a:r>
              <a:rPr lang="ru-RU" sz="2800" dirty="0"/>
              <a:t> і </a:t>
            </a:r>
            <a:r>
              <a:rPr lang="ru-RU" sz="2800" dirty="0" err="1"/>
              <a:t>Центральній</a:t>
            </a:r>
            <a:r>
              <a:rPr lang="ru-RU" sz="2800" dirty="0"/>
              <a:t> </a:t>
            </a:r>
            <a:r>
              <a:rPr lang="ru-RU" sz="2800" dirty="0" err="1"/>
              <a:t>Азії</a:t>
            </a:r>
            <a:r>
              <a:rPr lang="ru-RU" sz="2800" dirty="0"/>
              <a:t> – 23%)</a:t>
            </a:r>
            <a:r>
              <a:rPr lang="ru-RU" sz="2800" baseline="30000" dirty="0"/>
              <a:t>2</a:t>
            </a:r>
            <a:r>
              <a:rPr lang="ru-RU" sz="2800" dirty="0"/>
              <a:t> </a:t>
            </a:r>
          </a:p>
          <a:p>
            <a:pPr lvl="2"/>
            <a:endParaRPr lang="ru-RU" sz="2800" dirty="0"/>
          </a:p>
          <a:p>
            <a:pPr lvl="2"/>
            <a:r>
              <a:rPr lang="ru-RU" sz="2800" dirty="0"/>
              <a:t> глобальна </a:t>
            </a:r>
            <a:r>
              <a:rPr lang="ru-RU" sz="2800" dirty="0" err="1"/>
              <a:t>розповсюдженість</a:t>
            </a:r>
            <a:r>
              <a:rPr lang="ru-RU" sz="2800" dirty="0"/>
              <a:t> </a:t>
            </a:r>
            <a:r>
              <a:rPr lang="ru-RU" sz="2800" dirty="0" err="1"/>
              <a:t>трихомоніазу</a:t>
            </a:r>
            <a:r>
              <a:rPr lang="ru-RU" sz="2800" dirty="0"/>
              <a:t> – 5,3%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5E41DB-810A-4576-8046-CB1B0167A49A}"/>
              </a:ext>
            </a:extLst>
          </p:cNvPr>
          <p:cNvSpPr txBox="1"/>
          <p:nvPr/>
        </p:nvSpPr>
        <p:spPr>
          <a:xfrm>
            <a:off x="260854" y="6176261"/>
            <a:ext cx="84493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7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J. Yano et al., “Current patient perspectives of vulvovaginal candidiasis: Incidence, symptoms, management and post-treatment outcomes,” BMC </a:t>
            </a:r>
            <a:r>
              <a:rPr kumimoji="0" lang="en-US" sz="7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Womens</a:t>
            </a:r>
            <a:r>
              <a:rPr kumimoji="0" lang="en-US" sz="7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Health, vol. 19, no. 1, pp. 1–9, 2019, </a:t>
            </a:r>
            <a:r>
              <a:rPr kumimoji="0" lang="en-US" sz="7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doi</a:t>
            </a:r>
            <a:r>
              <a:rPr kumimoji="0" lang="en-US" sz="7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10.1186/s12905-019-0748-8.</a:t>
            </a:r>
            <a:endParaRPr kumimoji="0" lang="uk-UA" sz="7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sz="700" i="1" dirty="0">
                <a:solidFill>
                  <a:prstClr val="black"/>
                </a:solidFill>
                <a:latin typeface="Calibri" panose="020F0502020204030204"/>
              </a:rPr>
              <a:t>K. Peebles, J. </a:t>
            </a:r>
            <a:r>
              <a:rPr lang="en-US" sz="700" i="1" dirty="0" err="1">
                <a:solidFill>
                  <a:prstClr val="black"/>
                </a:solidFill>
                <a:latin typeface="Calibri" panose="020F0502020204030204"/>
              </a:rPr>
              <a:t>Velloza</a:t>
            </a:r>
            <a:r>
              <a:rPr lang="en-US" sz="700" i="1" dirty="0">
                <a:solidFill>
                  <a:prstClr val="black"/>
                </a:solidFill>
                <a:latin typeface="Calibri" panose="020F0502020204030204"/>
              </a:rPr>
              <a:t>, J. E. </a:t>
            </a:r>
            <a:r>
              <a:rPr lang="en-US" sz="700" i="1" dirty="0" err="1">
                <a:solidFill>
                  <a:prstClr val="black"/>
                </a:solidFill>
                <a:latin typeface="Calibri" panose="020F0502020204030204"/>
              </a:rPr>
              <a:t>Balkus</a:t>
            </a:r>
            <a:r>
              <a:rPr lang="en-US" sz="700" i="1" dirty="0">
                <a:solidFill>
                  <a:prstClr val="black"/>
                </a:solidFill>
                <a:latin typeface="Calibri" panose="020F0502020204030204"/>
              </a:rPr>
              <a:t>, R. S. McClelland, and R. V. Barnabas, “High Global Burden and Costs of Bacterial Vaginosis: A Systematic Review and Meta-Analysis,” Sex. </a:t>
            </a:r>
            <a:r>
              <a:rPr lang="en-US" sz="700" i="1" dirty="0" err="1">
                <a:solidFill>
                  <a:prstClr val="black"/>
                </a:solidFill>
                <a:latin typeface="Calibri" panose="020F0502020204030204"/>
              </a:rPr>
              <a:t>Transm</a:t>
            </a:r>
            <a:r>
              <a:rPr lang="en-US" sz="700" i="1" dirty="0">
                <a:solidFill>
                  <a:prstClr val="black"/>
                </a:solidFill>
                <a:latin typeface="Calibri" panose="020F0502020204030204"/>
              </a:rPr>
              <a:t>. Dis., vol. 46, no. 5, pp. 304–311, May 2019, </a:t>
            </a:r>
            <a:r>
              <a:rPr lang="en-US" sz="700" i="1" dirty="0" err="1">
                <a:solidFill>
                  <a:prstClr val="black"/>
                </a:solidFill>
                <a:latin typeface="Calibri" panose="020F0502020204030204"/>
              </a:rPr>
              <a:t>doi</a:t>
            </a:r>
            <a:r>
              <a:rPr lang="en-US" sz="700" i="1" dirty="0">
                <a:solidFill>
                  <a:prstClr val="black"/>
                </a:solidFill>
                <a:latin typeface="Calibri" panose="020F0502020204030204"/>
              </a:rPr>
              <a:t>: 10.1097/OLQ.0000000000000972. </a:t>
            </a:r>
            <a:r>
              <a:rPr kumimoji="0" lang="en-US" sz="7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endParaRPr kumimoji="0" lang="ru-RU" sz="7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206F5B2-FF81-4395-AC02-DCB1EF378C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33408" y="0"/>
            <a:ext cx="1592554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3182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A21AA32-D458-42A2-A02B-285E53C890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  <a14:imgEffect>
                      <a14:brightnessContrast bright="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25962" cy="6858000"/>
          </a:xfrm>
          <a:prstGeom prst="rect">
            <a:avLst/>
          </a:prstGeom>
          <a:blipFill dpi="0" rotWithShape="1">
            <a:blip r:embed="rId4"/>
            <a:srcRect/>
            <a:tile tx="0" ty="0" sx="100000" sy="100000" flip="none" algn="tl"/>
          </a:blipFill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BFAA4A-0032-48AA-AD48-482A3D46E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080" y="365125"/>
            <a:ext cx="10967720" cy="1325563"/>
          </a:xfrm>
        </p:spPr>
        <p:txBody>
          <a:bodyPr>
            <a:noAutofit/>
          </a:bodyPr>
          <a:lstStyle/>
          <a:p>
            <a:r>
              <a:rPr lang="ru-RU" sz="3200" dirty="0" err="1">
                <a:latin typeface="+mn-lt"/>
              </a:rPr>
              <a:t>Багатоцентрове</a:t>
            </a:r>
            <a:r>
              <a:rPr lang="ru-RU" sz="3200" dirty="0">
                <a:latin typeface="+mn-lt"/>
              </a:rPr>
              <a:t> </a:t>
            </a:r>
            <a:r>
              <a:rPr lang="ru-RU" sz="3200" dirty="0" err="1">
                <a:latin typeface="+mn-lt"/>
              </a:rPr>
              <a:t>дослідження</a:t>
            </a:r>
            <a:r>
              <a:rPr lang="ru-RU" sz="3200" dirty="0">
                <a:latin typeface="+mn-lt"/>
              </a:rPr>
              <a:t> </a:t>
            </a:r>
            <a:r>
              <a:rPr lang="ru-RU" sz="3200" dirty="0" err="1">
                <a:latin typeface="+mn-lt"/>
              </a:rPr>
              <a:t>проведене</a:t>
            </a:r>
            <a:r>
              <a:rPr lang="ru-RU" sz="3200" dirty="0">
                <a:latin typeface="+mn-lt"/>
              </a:rPr>
              <a:t> в </a:t>
            </a:r>
            <a:r>
              <a:rPr lang="ru-RU" sz="3200" dirty="0" err="1">
                <a:latin typeface="+mn-lt"/>
              </a:rPr>
              <a:t>Україні</a:t>
            </a:r>
            <a:r>
              <a:rPr lang="ru-RU" sz="3200" dirty="0">
                <a:latin typeface="+mn-lt"/>
              </a:rPr>
              <a:t> </a:t>
            </a:r>
            <a:br>
              <a:rPr lang="ru-RU" sz="3200" dirty="0">
                <a:latin typeface="+mn-lt"/>
              </a:rPr>
            </a:br>
            <a:r>
              <a:rPr lang="ru-RU" sz="3200" dirty="0">
                <a:latin typeface="+mn-lt"/>
              </a:rPr>
              <a:t>за </a:t>
            </a:r>
            <a:r>
              <a:rPr lang="ru-RU" sz="3200" dirty="0" err="1">
                <a:latin typeface="+mn-lt"/>
              </a:rPr>
              <a:t>участю</a:t>
            </a:r>
            <a:r>
              <a:rPr lang="ru-RU" sz="3200" dirty="0">
                <a:latin typeface="+mn-lt"/>
              </a:rPr>
              <a:t> 45 295 </a:t>
            </a:r>
            <a:r>
              <a:rPr lang="ru-RU" sz="3200" dirty="0" err="1">
                <a:latin typeface="+mn-lt"/>
              </a:rPr>
              <a:t>пацієнток</a:t>
            </a:r>
            <a:r>
              <a:rPr lang="ru-RU" sz="3200" dirty="0">
                <a:latin typeface="+mn-lt"/>
              </a:rPr>
              <a:t> </a:t>
            </a:r>
            <a:r>
              <a:rPr lang="ru-RU" sz="3200" dirty="0" err="1">
                <a:latin typeface="+mn-lt"/>
              </a:rPr>
              <a:t>зі</a:t>
            </a:r>
            <a:r>
              <a:rPr lang="ru-RU" sz="3200" dirty="0">
                <a:latin typeface="+mn-lt"/>
              </a:rPr>
              <a:t> </a:t>
            </a:r>
            <a:r>
              <a:rPr lang="ru-RU" sz="3200" dirty="0" err="1">
                <a:latin typeface="+mn-lt"/>
              </a:rPr>
              <a:t>скаргами</a:t>
            </a:r>
            <a:r>
              <a:rPr lang="ru-RU" sz="3200" dirty="0">
                <a:latin typeface="+mn-lt"/>
              </a:rPr>
              <a:t> на АВВ показало </a:t>
            </a:r>
            <a:r>
              <a:rPr lang="ru-RU" sz="3200" dirty="0" err="1">
                <a:latin typeface="+mn-lt"/>
              </a:rPr>
              <a:t>наступний</a:t>
            </a:r>
            <a:r>
              <a:rPr lang="ru-RU" sz="3200" dirty="0">
                <a:latin typeface="+mn-lt"/>
              </a:rPr>
              <a:t> </a:t>
            </a:r>
            <a:r>
              <a:rPr lang="ru-RU" sz="3200" dirty="0" err="1">
                <a:latin typeface="+mn-lt"/>
              </a:rPr>
              <a:t>розподіл</a:t>
            </a:r>
            <a:r>
              <a:rPr lang="ru-RU" sz="3200" dirty="0">
                <a:latin typeface="+mn-lt"/>
              </a:rPr>
              <a:t> </a:t>
            </a:r>
            <a:r>
              <a:rPr lang="ru-RU" sz="3200" dirty="0" err="1">
                <a:latin typeface="+mn-lt"/>
              </a:rPr>
              <a:t>основних</a:t>
            </a:r>
            <a:r>
              <a:rPr lang="ru-RU" sz="3200" dirty="0">
                <a:latin typeface="+mn-lt"/>
              </a:rPr>
              <a:t> причин</a:t>
            </a:r>
            <a:r>
              <a:rPr lang="ru-RU" sz="3200" baseline="30000" dirty="0">
                <a:latin typeface="+mn-lt"/>
              </a:rPr>
              <a:t>1</a:t>
            </a:r>
            <a:r>
              <a:rPr lang="ru-RU" sz="3200" dirty="0">
                <a:latin typeface="+mn-lt"/>
              </a:rPr>
              <a:t>: </a:t>
            </a:r>
          </a:p>
        </p:txBody>
      </p:sp>
      <p:graphicFrame>
        <p:nvGraphicFramePr>
          <p:cNvPr id="9" name="Объект 8">
            <a:extLst>
              <a:ext uri="{FF2B5EF4-FFF2-40B4-BE49-F238E27FC236}">
                <a16:creationId xmlns:a16="http://schemas.microsoft.com/office/drawing/2014/main" id="{9045FDC7-40B8-4A5F-9398-CE27DA909C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21813540"/>
              </p:ext>
            </p:extLst>
          </p:nvPr>
        </p:nvGraphicFramePr>
        <p:xfrm>
          <a:off x="650240" y="1690688"/>
          <a:ext cx="11155680" cy="51001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FD9AF63-0C93-4D9F-979B-B142294899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54377" y="67182"/>
            <a:ext cx="2001972" cy="957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8371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698840B-7B47-476C-8C8C-045E0D0B09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  <a14:imgEffect>
                      <a14:brightnessContrast bright="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3962" y="-20574"/>
            <a:ext cx="12225962" cy="6858000"/>
          </a:xfrm>
          <a:prstGeom prst="rect">
            <a:avLst/>
          </a:prstGeom>
          <a:blipFill dpi="0" rotWithShape="1">
            <a:blip r:embed="rId4"/>
            <a:srcRect/>
            <a:tile tx="0" ty="0" sx="100000" sy="100000" flip="none" algn="tl"/>
          </a:blipFill>
          <a:effectLst>
            <a:outerShdw blurRad="50800" dist="50800" dir="5400000" algn="ctr" rotWithShape="0">
              <a:srgbClr val="000000"/>
            </a:outerShdw>
          </a:effectLst>
        </p:spPr>
      </p:pic>
      <p:graphicFrame>
        <p:nvGraphicFramePr>
          <p:cNvPr id="3" name="Місце для вмісту 4">
            <a:extLst>
              <a:ext uri="{FF2B5EF4-FFF2-40B4-BE49-F238E27FC236}">
                <a16:creationId xmlns:a16="http://schemas.microsoft.com/office/drawing/2014/main" id="{1F95DC5E-EA95-4E05-A06C-DA81EBF2B8A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20027562"/>
              </p:ext>
            </p:extLst>
          </p:nvPr>
        </p:nvGraphicFramePr>
        <p:xfrm>
          <a:off x="231594" y="2068827"/>
          <a:ext cx="12802324" cy="44342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5155891C-E89C-4034-B83E-C47A445D345F}"/>
              </a:ext>
            </a:extLst>
          </p:cNvPr>
          <p:cNvSpPr txBox="1">
            <a:spLocks/>
          </p:cNvSpPr>
          <p:nvPr/>
        </p:nvSpPr>
        <p:spPr>
          <a:xfrm>
            <a:off x="-33962" y="20574"/>
            <a:ext cx="10400706" cy="1450757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CITOLAB® pH</a:t>
            </a:r>
            <a:br>
              <a:rPr lang="uk-UA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uk-UA" sz="3200" dirty="0">
                <a:latin typeface="+mn-lt"/>
                <a:cs typeface="Calibri" panose="020F0502020204030204" pitchFamily="34" charset="0"/>
              </a:rPr>
              <a:t>допоможе в діагностиці збудників вагінальних інфекцій у жінок з АВВ. </a:t>
            </a:r>
          </a:p>
          <a:p>
            <a:pPr algn="ctr"/>
            <a:r>
              <a:rPr lang="uk-UA" sz="3200" dirty="0">
                <a:latin typeface="+mn-lt"/>
                <a:cs typeface="Calibri" panose="020F0502020204030204" pitchFamily="34" charset="0"/>
              </a:rPr>
              <a:t>Тепер визначити </a:t>
            </a:r>
            <a:r>
              <a:rPr lang="ru-RU" sz="3200" dirty="0">
                <a:latin typeface="+mn-lt"/>
                <a:cs typeface="Calibri" panose="020F0502020204030204" pitchFamily="34" charset="0"/>
              </a:rPr>
              <a:t>рН </a:t>
            </a:r>
            <a:r>
              <a:rPr lang="ru-RU" sz="3200" dirty="0" err="1">
                <a:latin typeface="+mn-lt"/>
                <a:cs typeface="Calibri" panose="020F0502020204030204" pitchFamily="34" charset="0"/>
              </a:rPr>
              <a:t>вагінальних</a:t>
            </a:r>
            <a:r>
              <a:rPr lang="ru-RU" sz="3200" dirty="0">
                <a:latin typeface="+mn-lt"/>
                <a:cs typeface="Calibri" panose="020F0502020204030204" pitchFamily="34" charset="0"/>
              </a:rPr>
              <a:t> </a:t>
            </a:r>
            <a:r>
              <a:rPr lang="ru-RU" sz="3200" dirty="0" err="1">
                <a:latin typeface="+mn-lt"/>
                <a:cs typeface="Calibri" panose="020F0502020204030204" pitchFamily="34" charset="0"/>
              </a:rPr>
              <a:t>виділень</a:t>
            </a:r>
            <a:r>
              <a:rPr lang="uk-UA" sz="3200" dirty="0">
                <a:latin typeface="+mn-lt"/>
                <a:cs typeface="Calibri" panose="020F0502020204030204" pitchFamily="34" charset="0"/>
              </a:rPr>
              <a:t> </a:t>
            </a:r>
            <a:r>
              <a:rPr lang="uk-UA" sz="3200" b="1" dirty="0">
                <a:solidFill>
                  <a:srgbClr val="0070C0"/>
                </a:solidFill>
                <a:latin typeface="+mn-lt"/>
                <a:cs typeface="Calibri" panose="020F0502020204030204" pitchFamily="34" charset="0"/>
              </a:rPr>
              <a:t>просто!</a:t>
            </a:r>
            <a:endParaRPr lang="ru-RU" sz="32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cs typeface="Calibri" panose="020F0502020204030204" pitchFamily="34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03C7413-1C4B-4003-9477-9671CD8ED105}"/>
              </a:ext>
            </a:extLst>
          </p:cNvPr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07" r="21554"/>
          <a:stretch/>
        </p:blipFill>
        <p:spPr>
          <a:xfrm>
            <a:off x="10115508" y="166682"/>
            <a:ext cx="1814037" cy="3278001"/>
          </a:xfrm>
          <a:prstGeom prst="rect">
            <a:avLst/>
          </a:prstGeom>
          <a:ln w="57150"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Объект 4">
            <a:extLst>
              <a:ext uri="{FF2B5EF4-FFF2-40B4-BE49-F238E27FC236}">
                <a16:creationId xmlns:a16="http://schemas.microsoft.com/office/drawing/2014/main" id="{1ABF2AE2-D7A0-47C2-87F5-2F4447E9B08F}"/>
              </a:ext>
            </a:extLst>
          </p:cNvPr>
          <p:cNvSpPr txBox="1">
            <a:spLocks/>
          </p:cNvSpPr>
          <p:nvPr/>
        </p:nvSpPr>
        <p:spPr>
          <a:xfrm>
            <a:off x="8309156" y="6513908"/>
            <a:ext cx="6492240" cy="41414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" panose="05000000000000000000" pitchFamily="2" charset="2"/>
              <a:buChar char="Ø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" panose="05000000000000000000" pitchFamily="2" charset="2"/>
              <a:buChar char="Ø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" panose="05000000000000000000" pitchFamily="2" charset="2"/>
              <a:buChar char="Ø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" panose="05000000000000000000" pitchFamily="2" charset="2"/>
              <a:buChar char="Ø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>
                <a:solidFill>
                  <a:srgbClr val="0070C0"/>
                </a:solidFill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https://www.dec.gov.ua/wp-content/uploads/2022/12/2022_12_15_2264smd-avv.pdf</a:t>
            </a:r>
            <a:endParaRPr lang="ru-RU" sz="8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88106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F2557985-D45C-4188-92F0-34F33943D0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  <a14:imgEffect>
                      <a14:brightnessContrast bright="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88" y="-20574"/>
            <a:ext cx="12225962" cy="6858000"/>
          </a:xfrm>
          <a:prstGeom prst="rect">
            <a:avLst/>
          </a:prstGeom>
          <a:blipFill dpi="0" rotWithShape="1">
            <a:blip r:embed="rId4"/>
            <a:srcRect/>
            <a:tile tx="0" ty="0" sx="100000" sy="100000" flip="none" algn="tl"/>
          </a:blipFill>
          <a:effectLst>
            <a:outerShdw blurRad="50800" dist="50800" dir="5400000" algn="ctr" rotWithShape="0">
              <a:srgbClr val="000000"/>
            </a:outerShdw>
          </a:effectLst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2407C48-899D-4F9B-ABFF-41C8616DA5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83188" y="2165349"/>
            <a:ext cx="6210513" cy="251777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5B25600-2F5E-435E-9C6D-B9E77E982453}"/>
              </a:ext>
            </a:extLst>
          </p:cNvPr>
          <p:cNvSpPr txBox="1"/>
          <p:nvPr/>
        </p:nvSpPr>
        <p:spPr>
          <a:xfrm>
            <a:off x="798300" y="1564640"/>
            <a:ext cx="4205854" cy="5416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2400" b="1" u="sng" dirty="0">
                <a:solidFill>
                  <a:srgbClr val="CC6600"/>
                </a:solidFill>
              </a:rPr>
              <a:t>Якщо колір тестової зони жовто-помаранчевий</a:t>
            </a:r>
            <a:r>
              <a:rPr lang="uk-UA" sz="2400" b="1" dirty="0">
                <a:solidFill>
                  <a:srgbClr val="CC6600"/>
                </a:solidFill>
              </a:rPr>
              <a:t>, </a:t>
            </a:r>
            <a:r>
              <a:rPr lang="uk-UA" sz="2400" b="1" dirty="0" err="1">
                <a:solidFill>
                  <a:srgbClr val="CC6600"/>
                </a:solidFill>
              </a:rPr>
              <a:t>рН</a:t>
            </a:r>
            <a:r>
              <a:rPr lang="uk-UA" sz="2400" b="1" dirty="0">
                <a:solidFill>
                  <a:srgbClr val="CC6600"/>
                </a:solidFill>
              </a:rPr>
              <a:t> вагінального середовища знаходиться в межах норми (між 4,0 і 4.4).</a:t>
            </a:r>
          </a:p>
          <a:p>
            <a:endParaRPr lang="uk-UA" sz="2000" dirty="0">
              <a:solidFill>
                <a:srgbClr val="CC6600"/>
              </a:solidFill>
            </a:endParaRPr>
          </a:p>
          <a:p>
            <a:r>
              <a:rPr lang="uk-UA" sz="2000" dirty="0"/>
              <a:t> </a:t>
            </a:r>
            <a:endParaRPr lang="uk-UA" sz="2400" dirty="0"/>
          </a:p>
          <a:p>
            <a:r>
              <a:rPr lang="uk-UA" sz="2400" b="1" u="sng" dirty="0">
                <a:solidFill>
                  <a:srgbClr val="006600"/>
                </a:solidFill>
              </a:rPr>
              <a:t>Якщо колір тестової зони знаходиться у діапазоні зелених і синіх кольорів</a:t>
            </a:r>
            <a:r>
              <a:rPr lang="uk-UA" sz="2400" b="1" dirty="0">
                <a:solidFill>
                  <a:srgbClr val="006600"/>
                </a:solidFill>
              </a:rPr>
              <a:t>, це означає, що вагінальне середовище не є достатньо кислим і не відповідає нормі (рН≥4,7).</a:t>
            </a:r>
            <a:endParaRPr lang="uk-UA" sz="2400" dirty="0">
              <a:solidFill>
                <a:srgbClr val="006600"/>
              </a:solidFill>
            </a:endParaRPr>
          </a:p>
          <a:p>
            <a:endParaRPr lang="uk-U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61A398-9F40-4AB8-81EF-537213CCD001}"/>
              </a:ext>
            </a:extLst>
          </p:cNvPr>
          <p:cNvSpPr txBox="1"/>
          <p:nvPr/>
        </p:nvSpPr>
        <p:spPr>
          <a:xfrm>
            <a:off x="1057755" y="488029"/>
            <a:ext cx="90920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3600" b="1" dirty="0"/>
              <a:t>Інтерпретація результату </a:t>
            </a:r>
            <a:r>
              <a:rPr lang="en-US" sz="36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CITOLAB® pH</a:t>
            </a:r>
            <a:r>
              <a:rPr lang="uk-UA" sz="3600" b="1" dirty="0"/>
              <a:t> 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7FD9AF63-0C93-4D9F-979B-B142294899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9840" y="20574"/>
            <a:ext cx="2001972" cy="957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2884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F416FDF-492F-4EAF-AA0C-2196DC8A12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  <a14:imgEffect>
                      <a14:brightnessContrast bright="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25962" cy="6858000"/>
          </a:xfrm>
          <a:prstGeom prst="rect">
            <a:avLst/>
          </a:prstGeom>
          <a:blipFill dpi="0" rotWithShape="1">
            <a:blip r:embed="rId4"/>
            <a:srcRect/>
            <a:tile tx="0" ty="0" sx="100000" sy="100000" flip="none" algn="tl"/>
          </a:blipFill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136108B7-C2F4-4F9A-B17D-649E2DD5E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411" y="0"/>
            <a:ext cx="4541520" cy="4829897"/>
          </a:xfrm>
        </p:spPr>
        <p:txBody>
          <a:bodyPr anchor="ctr">
            <a:normAutofit/>
          </a:bodyPr>
          <a:lstStyle/>
          <a:p>
            <a:br>
              <a:rPr lang="ru-RU" b="1" dirty="0">
                <a:solidFill>
                  <a:srgbClr val="002060"/>
                </a:solidFill>
                <a:latin typeface="+mn-lt"/>
              </a:rPr>
            </a:br>
            <a:br>
              <a:rPr lang="ru-RU" b="1" dirty="0">
                <a:solidFill>
                  <a:srgbClr val="002060"/>
                </a:solidFill>
                <a:latin typeface="+mn-lt"/>
              </a:rPr>
            </a:br>
            <a:r>
              <a:rPr lang="ru-RU" b="1" dirty="0" err="1">
                <a:solidFill>
                  <a:srgbClr val="002060"/>
                </a:solidFill>
                <a:latin typeface="+mn-lt"/>
              </a:rPr>
              <a:t>Аномальні</a:t>
            </a:r>
            <a:r>
              <a:rPr lang="ru-RU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ru-RU" b="1" dirty="0" err="1">
                <a:solidFill>
                  <a:srgbClr val="002060"/>
                </a:solidFill>
                <a:latin typeface="+mn-lt"/>
              </a:rPr>
              <a:t>вагінальні</a:t>
            </a:r>
            <a:r>
              <a:rPr lang="ru-RU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ru-RU" b="1" dirty="0" err="1">
                <a:solidFill>
                  <a:srgbClr val="002060"/>
                </a:solidFill>
                <a:latin typeface="+mn-lt"/>
              </a:rPr>
              <a:t>виділення</a:t>
            </a:r>
            <a:r>
              <a:rPr lang="ru-RU" b="1" dirty="0">
                <a:solidFill>
                  <a:srgbClr val="002060"/>
                </a:solidFill>
                <a:latin typeface="+mn-lt"/>
              </a:rPr>
              <a:t>: </a:t>
            </a:r>
            <a:br>
              <a:rPr lang="ru-RU" b="1" dirty="0">
                <a:solidFill>
                  <a:srgbClr val="002060"/>
                </a:solidFill>
                <a:latin typeface="+mn-lt"/>
              </a:rPr>
            </a:br>
            <a:r>
              <a:rPr lang="ru-RU" b="1" dirty="0" err="1">
                <a:solidFill>
                  <a:srgbClr val="002060"/>
                </a:solidFill>
                <a:latin typeface="+mn-lt"/>
              </a:rPr>
              <a:t>стандарти</a:t>
            </a:r>
            <a:r>
              <a:rPr lang="ru-RU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ru-RU" b="1" dirty="0" err="1">
                <a:solidFill>
                  <a:srgbClr val="002060"/>
                </a:solidFill>
                <a:latin typeface="+mn-lt"/>
              </a:rPr>
              <a:t>діагностики</a:t>
            </a:r>
            <a:r>
              <a:rPr lang="ru-RU" b="1" dirty="0">
                <a:solidFill>
                  <a:srgbClr val="002060"/>
                </a:solidFill>
                <a:latin typeface="+mn-lt"/>
              </a:rPr>
              <a:t> </a:t>
            </a:r>
            <a:br>
              <a:rPr lang="ru-RU" b="1" dirty="0">
                <a:solidFill>
                  <a:srgbClr val="002060"/>
                </a:solidFill>
                <a:latin typeface="+mn-lt"/>
              </a:rPr>
            </a:br>
            <a:r>
              <a:rPr lang="ru-RU" b="1" dirty="0">
                <a:solidFill>
                  <a:srgbClr val="002060"/>
                </a:solidFill>
                <a:latin typeface="+mn-lt"/>
              </a:rPr>
              <a:t>та </a:t>
            </a:r>
            <a:r>
              <a:rPr lang="ru-RU" b="1" dirty="0" err="1">
                <a:solidFill>
                  <a:srgbClr val="002060"/>
                </a:solidFill>
                <a:latin typeface="+mn-lt"/>
              </a:rPr>
              <a:t>лікування</a:t>
            </a:r>
            <a:r>
              <a:rPr lang="ru-RU" b="1" dirty="0">
                <a:solidFill>
                  <a:srgbClr val="002060"/>
                </a:solidFill>
                <a:latin typeface="+mn-lt"/>
              </a:rPr>
              <a:t>.  </a:t>
            </a:r>
            <a:br>
              <a:rPr lang="ru-RU" b="1" dirty="0">
                <a:latin typeface="+mn-lt"/>
              </a:rPr>
            </a:br>
            <a:r>
              <a:rPr lang="ru-RU" dirty="0">
                <a:solidFill>
                  <a:schemeClr val="accent4">
                    <a:lumMod val="50000"/>
                  </a:schemeClr>
                </a:solidFill>
                <a:latin typeface="+mn-lt"/>
              </a:rPr>
              <a:t>15.12.2022 р</a:t>
            </a:r>
            <a:r>
              <a:rPr lang="ru-RU" dirty="0">
                <a:solidFill>
                  <a:schemeClr val="accent4">
                    <a:lumMod val="50000"/>
                  </a:schemeClr>
                </a:solidFill>
              </a:rPr>
              <a:t>.</a:t>
            </a:r>
            <a:br>
              <a:rPr lang="en-US" dirty="0">
                <a:solidFill>
                  <a:schemeClr val="accent4">
                    <a:lumMod val="50000"/>
                  </a:schemeClr>
                </a:solidFill>
              </a:rPr>
            </a:br>
            <a:br>
              <a:rPr lang="uk-UA" dirty="0"/>
            </a:br>
            <a:endParaRPr lang="ru-RU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9B1CCAEC-7E65-4D42-9323-B854ADEF8F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8759" y="6201249"/>
            <a:ext cx="6492240" cy="414143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https://www.dec.gov.ua/wp-content/uploads/2022/12/2022_12_15_2264smd-avv.pdf</a:t>
            </a:r>
            <a:endParaRPr lang="ru-RU" dirty="0">
              <a:solidFill>
                <a:srgbClr val="0070C0"/>
              </a:solidFill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8B8B392-0EE1-4BA7-ADC2-D9AF867997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55999" y="1105785"/>
            <a:ext cx="5456935" cy="4646429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FD9AF63-0C93-4D9F-979B-B1422948992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59897" y="147888"/>
            <a:ext cx="2001972" cy="957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764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69540C7-855A-482F-A219-E6A36844B4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3000"/>
                    </a14:imgEffect>
                    <a14:imgEffect>
                      <a14:brightnessContrast bright="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981" y="0"/>
            <a:ext cx="12225962" cy="6858000"/>
          </a:xfrm>
          <a:prstGeom prst="rect">
            <a:avLst/>
          </a:prstGeom>
          <a:blipFill dpi="0" rotWithShape="1">
            <a:blip r:embed="rId5"/>
            <a:srcRect/>
            <a:tile tx="0" ty="0" sx="100000" sy="100000" flip="none" algn="tl"/>
          </a:blipFill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957055-9508-47D1-84E5-06C4172B6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62635"/>
          </a:xfrm>
        </p:spPr>
        <p:txBody>
          <a:bodyPr>
            <a:normAutofit fontScale="90000"/>
          </a:bodyPr>
          <a:lstStyle/>
          <a:p>
            <a:pPr algn="ctr"/>
            <a:br>
              <a:rPr lang="uk-UA" sz="3600" b="1" dirty="0"/>
            </a:br>
            <a:r>
              <a:rPr lang="uk-UA" b="1" dirty="0">
                <a:solidFill>
                  <a:srgbClr val="002060"/>
                </a:solidFill>
                <a:latin typeface="+mn-lt"/>
              </a:rPr>
              <a:t>Стандарти медичної допомоги </a:t>
            </a:r>
            <a:br>
              <a:rPr lang="en-US" b="1" dirty="0">
                <a:solidFill>
                  <a:srgbClr val="002060"/>
                </a:solidFill>
                <a:latin typeface="+mn-lt"/>
              </a:rPr>
            </a:br>
            <a:r>
              <a:rPr lang="uk-UA" b="1" dirty="0">
                <a:solidFill>
                  <a:srgbClr val="002060"/>
                </a:solidFill>
                <a:latin typeface="+mn-lt"/>
              </a:rPr>
              <a:t>«Аномальні вагінальні виділення»</a:t>
            </a:r>
            <a:endParaRPr lang="ru-RU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4" name="Объект 4">
            <a:extLst>
              <a:ext uri="{FF2B5EF4-FFF2-40B4-BE49-F238E27FC236}">
                <a16:creationId xmlns:a16="http://schemas.microsoft.com/office/drawing/2014/main" id="{551FA25B-5F8F-4FCB-A43E-D10AF8FF2FC1}"/>
              </a:ext>
            </a:extLst>
          </p:cNvPr>
          <p:cNvSpPr txBox="1">
            <a:spLocks/>
          </p:cNvSpPr>
          <p:nvPr/>
        </p:nvSpPr>
        <p:spPr>
          <a:xfrm>
            <a:off x="205104" y="6504071"/>
            <a:ext cx="6492240" cy="414143"/>
          </a:xfrm>
          <a:prstGeom prst="rect">
            <a:avLst/>
          </a:prstGeom>
        </p:spPr>
        <p:txBody>
          <a:bodyPr vert="horz" lIns="0" tIns="45720" rIns="0" bIns="45720" rtlCol="0">
            <a:normAutofit fontScale="70000" lnSpcReduction="2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" panose="05000000000000000000" pitchFamily="2" charset="2"/>
              <a:buChar char="Ø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" panose="05000000000000000000" pitchFamily="2" charset="2"/>
              <a:buChar char="Ø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" panose="05000000000000000000" pitchFamily="2" charset="2"/>
              <a:buChar char="Ø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" panose="05000000000000000000" pitchFamily="2" charset="2"/>
              <a:buChar char="Ø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70C0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https://www.dec.gov.ua/wp-content/uploads/2022/12/2022_12_15_2264smd-avv.pdf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FC04931C-A0C0-4572-A0CC-93DC7BEE76EF}"/>
              </a:ext>
            </a:extLst>
          </p:cNvPr>
          <p:cNvSpPr/>
          <p:nvPr/>
        </p:nvSpPr>
        <p:spPr>
          <a:xfrm>
            <a:off x="508000" y="2226243"/>
            <a:ext cx="3388897" cy="14914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 err="1"/>
              <a:t>Всі</a:t>
            </a:r>
            <a:r>
              <a:rPr lang="ru-RU" sz="2000" dirty="0"/>
              <a:t> </a:t>
            </a:r>
            <a:r>
              <a:rPr lang="ru-RU" sz="2000" dirty="0" err="1"/>
              <a:t>жінки</a:t>
            </a:r>
            <a:r>
              <a:rPr lang="ru-RU" sz="2000" dirty="0"/>
              <a:t> з АВВ </a:t>
            </a:r>
            <a:r>
              <a:rPr lang="ru-RU" sz="2000" dirty="0" err="1"/>
              <a:t>підлягають</a:t>
            </a:r>
            <a:r>
              <a:rPr lang="ru-RU" sz="2000" dirty="0"/>
              <a:t> </a:t>
            </a:r>
            <a:r>
              <a:rPr lang="ru-RU" sz="2000" b="1" dirty="0" err="1"/>
              <a:t>клініко</a:t>
            </a:r>
            <a:r>
              <a:rPr lang="ru-RU" sz="2000" b="1" dirty="0"/>
              <a:t>-лабораторному </a:t>
            </a:r>
            <a:r>
              <a:rPr lang="ru-RU" sz="2000" b="1" dirty="0" err="1"/>
              <a:t>обстеженню</a:t>
            </a:r>
            <a:endParaRPr lang="uk-UA" sz="2000" b="1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236E3384-AA19-4C73-9352-94128E257367}"/>
              </a:ext>
            </a:extLst>
          </p:cNvPr>
          <p:cNvSpPr/>
          <p:nvPr/>
        </p:nvSpPr>
        <p:spPr>
          <a:xfrm>
            <a:off x="4699537" y="2412399"/>
            <a:ext cx="3069888" cy="18698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 err="1"/>
              <a:t>Діагноз</a:t>
            </a:r>
            <a:r>
              <a:rPr lang="ru-RU" sz="2000" dirty="0"/>
              <a:t> АВВ є </a:t>
            </a:r>
            <a:r>
              <a:rPr lang="ru-RU" sz="2000" dirty="0" err="1"/>
              <a:t>синдромним</a:t>
            </a:r>
            <a:r>
              <a:rPr lang="ru-RU" sz="2000" dirty="0"/>
              <a:t>, </a:t>
            </a:r>
            <a:r>
              <a:rPr lang="ru-RU" sz="2000" dirty="0" err="1"/>
              <a:t>базується</a:t>
            </a:r>
            <a:r>
              <a:rPr lang="ru-RU" sz="2000" dirty="0"/>
              <a:t> на </a:t>
            </a:r>
            <a:r>
              <a:rPr lang="ru-RU" sz="2000" b="1" dirty="0" err="1"/>
              <a:t>клінічних</a:t>
            </a:r>
            <a:r>
              <a:rPr lang="ru-RU" sz="2000" b="1" dirty="0"/>
              <a:t> симптомах і </a:t>
            </a:r>
            <a:r>
              <a:rPr lang="ru-RU" sz="2000" b="1" dirty="0" err="1"/>
              <a:t>ознаках</a:t>
            </a:r>
            <a:endParaRPr lang="uk-UA" sz="2000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8363DF6D-AB60-47BB-82D8-01D3FF5BA44C}"/>
              </a:ext>
            </a:extLst>
          </p:cNvPr>
          <p:cNvSpPr/>
          <p:nvPr/>
        </p:nvSpPr>
        <p:spPr>
          <a:xfrm>
            <a:off x="8572064" y="2226242"/>
            <a:ext cx="3329323" cy="14914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/>
              <a:t>Діагностика причин АВВ </a:t>
            </a:r>
            <a:r>
              <a:rPr lang="ru-RU" sz="2000" dirty="0" err="1"/>
              <a:t>має</a:t>
            </a:r>
            <a:r>
              <a:rPr lang="ru-RU" sz="2000" dirty="0"/>
              <a:t> бути </a:t>
            </a:r>
            <a:r>
              <a:rPr lang="ru-RU" sz="2000" b="1" dirty="0" err="1"/>
              <a:t>клініко</a:t>
            </a:r>
            <a:r>
              <a:rPr lang="ru-RU" sz="2000" b="1" dirty="0"/>
              <a:t>-лабораторною</a:t>
            </a:r>
            <a:endParaRPr lang="uk-UA" sz="2000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B3287E72-E666-441C-92FB-5373CB5A3C79}"/>
              </a:ext>
            </a:extLst>
          </p:cNvPr>
          <p:cNvSpPr/>
          <p:nvPr/>
        </p:nvSpPr>
        <p:spPr>
          <a:xfrm>
            <a:off x="965200" y="4366571"/>
            <a:ext cx="4399280" cy="20012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b="1" dirty="0"/>
              <a:t>рН-</a:t>
            </a:r>
            <a:r>
              <a:rPr lang="ru-RU" sz="2000" b="1" dirty="0" err="1"/>
              <a:t>метрія</a:t>
            </a:r>
            <a:r>
              <a:rPr lang="ru-RU" sz="2000" b="1" dirty="0"/>
              <a:t> </a:t>
            </a:r>
            <a:r>
              <a:rPr lang="ru-RU" sz="2000" b="1" dirty="0" err="1"/>
              <a:t>вагінальних</a:t>
            </a:r>
            <a:r>
              <a:rPr lang="ru-RU" sz="2000" b="1" dirty="0"/>
              <a:t> </a:t>
            </a:r>
            <a:r>
              <a:rPr lang="ru-RU" sz="2000" b="1" dirty="0" err="1"/>
              <a:t>виділень</a:t>
            </a:r>
            <a:r>
              <a:rPr lang="ru-RU" sz="2000" b="1" dirty="0"/>
              <a:t> </a:t>
            </a:r>
            <a:r>
              <a:rPr lang="ru-RU" sz="2000" dirty="0"/>
              <a:t>- </a:t>
            </a:r>
            <a:r>
              <a:rPr lang="ru-RU" sz="2000" dirty="0" err="1"/>
              <a:t>швидкий</a:t>
            </a:r>
            <a:r>
              <a:rPr lang="ru-RU" sz="2000" dirty="0"/>
              <a:t> </a:t>
            </a:r>
            <a:r>
              <a:rPr lang="ru-RU" sz="2000" dirty="0" err="1"/>
              <a:t>доступний</a:t>
            </a:r>
            <a:r>
              <a:rPr lang="ru-RU" sz="2000" dirty="0"/>
              <a:t> метод </a:t>
            </a:r>
            <a:r>
              <a:rPr lang="ru-RU" sz="2000" dirty="0" err="1"/>
              <a:t>об’єктивізації</a:t>
            </a:r>
            <a:r>
              <a:rPr lang="ru-RU" sz="2000" dirty="0"/>
              <a:t> </a:t>
            </a:r>
            <a:r>
              <a:rPr lang="ru-RU" sz="2000" dirty="0" err="1"/>
              <a:t>порушення</a:t>
            </a:r>
            <a:r>
              <a:rPr lang="ru-RU" sz="2000" dirty="0"/>
              <a:t> нормального </a:t>
            </a:r>
            <a:r>
              <a:rPr lang="ru-RU" sz="2000" dirty="0" err="1"/>
              <a:t>піхвового</a:t>
            </a:r>
            <a:r>
              <a:rPr lang="ru-RU" sz="2000" dirty="0"/>
              <a:t> </a:t>
            </a:r>
            <a:r>
              <a:rPr lang="ru-RU" sz="2000" dirty="0" err="1"/>
              <a:t>біоценозу</a:t>
            </a:r>
            <a:endParaRPr lang="ru-RU" sz="2000" dirty="0"/>
          </a:p>
          <a:p>
            <a:pPr algn="ctr"/>
            <a:endParaRPr lang="uk-UA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6FF9A3E6-1958-41DD-91DE-66A585E08BAB}"/>
              </a:ext>
            </a:extLst>
          </p:cNvPr>
          <p:cNvSpPr/>
          <p:nvPr/>
        </p:nvSpPr>
        <p:spPr>
          <a:xfrm>
            <a:off x="6827522" y="4366571"/>
            <a:ext cx="4836158" cy="20012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 err="1"/>
              <a:t>Доступні</a:t>
            </a:r>
            <a:r>
              <a:rPr lang="ru-RU" sz="2000" dirty="0"/>
              <a:t> </a:t>
            </a:r>
            <a:r>
              <a:rPr lang="ru-RU" sz="2000" dirty="0" err="1"/>
              <a:t>діагностичні</a:t>
            </a:r>
            <a:r>
              <a:rPr lang="ru-RU" sz="2000" dirty="0"/>
              <a:t> тест-</a:t>
            </a:r>
            <a:r>
              <a:rPr lang="ru-RU" sz="2000" dirty="0" err="1"/>
              <a:t>смужки</a:t>
            </a:r>
            <a:r>
              <a:rPr lang="ru-RU" sz="2000" dirty="0"/>
              <a:t> для </a:t>
            </a:r>
            <a:r>
              <a:rPr lang="ru-RU" sz="2000" dirty="0" err="1"/>
              <a:t>вимірювання</a:t>
            </a:r>
            <a:r>
              <a:rPr lang="ru-RU" sz="2000" dirty="0"/>
              <a:t> </a:t>
            </a:r>
            <a:r>
              <a:rPr lang="ru-RU" sz="2000" dirty="0" err="1"/>
              <a:t>кислотності</a:t>
            </a:r>
            <a:r>
              <a:rPr lang="ru-RU" sz="2000" dirty="0"/>
              <a:t> (рН) </a:t>
            </a:r>
            <a:r>
              <a:rPr lang="ru-RU" sz="2000" dirty="0" err="1"/>
              <a:t>вагінального</a:t>
            </a:r>
            <a:r>
              <a:rPr lang="ru-RU" sz="2000" dirty="0"/>
              <a:t> </a:t>
            </a:r>
            <a:r>
              <a:rPr lang="ru-RU" sz="2000" dirty="0" err="1"/>
              <a:t>середовища</a:t>
            </a:r>
            <a:r>
              <a:rPr lang="ru-RU" sz="2000" dirty="0"/>
              <a:t> (</a:t>
            </a:r>
            <a:r>
              <a:rPr lang="en-US" sz="2000" b="1" dirty="0"/>
              <a:t>CITOLAB® pH</a:t>
            </a:r>
            <a:r>
              <a:rPr lang="en-US" sz="2000" dirty="0"/>
              <a:t>)</a:t>
            </a:r>
            <a:endParaRPr lang="ru-RU" sz="2000" dirty="0"/>
          </a:p>
          <a:p>
            <a:pPr algn="ctr"/>
            <a:endParaRPr lang="uk-UA" dirty="0"/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F0E399B6-AB73-4022-9245-819C235396BF}"/>
              </a:ext>
            </a:extLst>
          </p:cNvPr>
          <p:cNvCxnSpPr/>
          <p:nvPr/>
        </p:nvCxnSpPr>
        <p:spPr>
          <a:xfrm flipH="1">
            <a:off x="2946400" y="1544320"/>
            <a:ext cx="1774843" cy="6096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6051B38C-BA8F-45C7-8860-F4A7B5630198}"/>
              </a:ext>
            </a:extLst>
          </p:cNvPr>
          <p:cNvCxnSpPr/>
          <p:nvPr/>
        </p:nvCxnSpPr>
        <p:spPr>
          <a:xfrm>
            <a:off x="6268902" y="1544320"/>
            <a:ext cx="0" cy="85344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D5F6E033-39E9-4B92-A244-B62624966E4B}"/>
              </a:ext>
            </a:extLst>
          </p:cNvPr>
          <p:cNvCxnSpPr/>
          <p:nvPr/>
        </p:nvCxnSpPr>
        <p:spPr>
          <a:xfrm>
            <a:off x="7955280" y="1544320"/>
            <a:ext cx="2296160" cy="6096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805AF7FE-FB9F-43A7-A7AE-107B02E2610C}"/>
              </a:ext>
            </a:extLst>
          </p:cNvPr>
          <p:cNvCxnSpPr/>
          <p:nvPr/>
        </p:nvCxnSpPr>
        <p:spPr>
          <a:xfrm flipH="1">
            <a:off x="3749040" y="1544320"/>
            <a:ext cx="1280160" cy="266192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 стрелкой 22">
            <a:extLst>
              <a:ext uri="{FF2B5EF4-FFF2-40B4-BE49-F238E27FC236}">
                <a16:creationId xmlns:a16="http://schemas.microsoft.com/office/drawing/2014/main" id="{C078A3F5-6442-41CC-BE50-85CF1D646444}"/>
              </a:ext>
            </a:extLst>
          </p:cNvPr>
          <p:cNvCxnSpPr>
            <a:cxnSpLocks/>
          </p:cNvCxnSpPr>
          <p:nvPr/>
        </p:nvCxnSpPr>
        <p:spPr>
          <a:xfrm>
            <a:off x="7655297" y="1558959"/>
            <a:ext cx="893109" cy="264728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2BC01285-7D1D-41B0-8220-31F50E0B62D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90028" y="65327"/>
            <a:ext cx="2001972" cy="957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7023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8B065E55-856C-4337-B53F-2C4A6A16EB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3000"/>
                    </a14:imgEffect>
                    <a14:imgEffect>
                      <a14:brightnessContrast bright="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25962" cy="6858000"/>
          </a:xfrm>
          <a:prstGeom prst="rect">
            <a:avLst/>
          </a:prstGeom>
          <a:blipFill dpi="0" rotWithShape="1">
            <a:blip r:embed="rId5"/>
            <a:srcRect/>
            <a:tile tx="0" ty="0" sx="100000" sy="100000" flip="none" algn="tl"/>
          </a:blipFill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4" name="Прямоугольник 3"/>
          <p:cNvSpPr/>
          <p:nvPr/>
        </p:nvSpPr>
        <p:spPr>
          <a:xfrm>
            <a:off x="220423" y="279107"/>
            <a:ext cx="11276334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4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CITOLAB®</a:t>
            </a:r>
            <a:r>
              <a:rPr lang="uk-UA" sz="4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pH</a:t>
            </a:r>
            <a:endParaRPr lang="ru-RU" altLang="ru-RU" sz="4400" b="1" baseline="30000" dirty="0">
              <a:solidFill>
                <a:srgbClr val="0070C0"/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988246">
            <a:off x="4016641" y="2511364"/>
            <a:ext cx="676275" cy="100965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5881078">
            <a:off x="6903118" y="2549781"/>
            <a:ext cx="876300" cy="971550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3492532">
            <a:off x="3839551" y="3258290"/>
            <a:ext cx="657225" cy="1162050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17393041">
            <a:off x="7034485" y="3323730"/>
            <a:ext cx="682922" cy="1110887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4435256">
            <a:off x="3743314" y="4459311"/>
            <a:ext cx="952500" cy="952500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16802019">
            <a:off x="6992208" y="4474680"/>
            <a:ext cx="714375" cy="952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098779" y="4081115"/>
            <a:ext cx="49832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solidFill>
                  <a:srgbClr val="002060"/>
                </a:solidFill>
              </a:rPr>
              <a:t>Просто: </a:t>
            </a:r>
            <a:r>
              <a:rPr lang="ru-RU" sz="2400" dirty="0">
                <a:solidFill>
                  <a:srgbClr val="002060"/>
                </a:solidFill>
              </a:rPr>
              <a:t>без </a:t>
            </a:r>
            <a:r>
              <a:rPr lang="ru-RU" sz="2400" dirty="0" err="1">
                <a:solidFill>
                  <a:srgbClr val="002060"/>
                </a:solidFill>
              </a:rPr>
              <a:t>додаткового</a:t>
            </a:r>
            <a:r>
              <a:rPr lang="ru-RU" sz="2400" dirty="0">
                <a:solidFill>
                  <a:srgbClr val="002060"/>
                </a:solidFill>
              </a:rPr>
              <a:t> </a:t>
            </a:r>
            <a:r>
              <a:rPr lang="ru-RU" sz="2400" dirty="0" err="1">
                <a:solidFill>
                  <a:srgbClr val="002060"/>
                </a:solidFill>
              </a:rPr>
              <a:t>оснащення</a:t>
            </a:r>
            <a:endParaRPr lang="ru-RU" sz="2400" b="1" dirty="0">
              <a:solidFill>
                <a:srgbClr val="00206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17554" y="2263956"/>
            <a:ext cx="43584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>
                <a:solidFill>
                  <a:srgbClr val="002060"/>
                </a:solidFill>
              </a:rPr>
              <a:t>Форма </a:t>
            </a:r>
            <a:r>
              <a:rPr lang="ru-RU" sz="2400" b="1" dirty="0" err="1">
                <a:solidFill>
                  <a:srgbClr val="002060"/>
                </a:solidFill>
              </a:rPr>
              <a:t>випуск</a:t>
            </a:r>
            <a:r>
              <a:rPr lang="uk-UA" sz="2400" b="1" dirty="0">
                <a:solidFill>
                  <a:srgbClr val="002060"/>
                </a:solidFill>
              </a:rPr>
              <a:t>у</a:t>
            </a:r>
            <a:r>
              <a:rPr lang="ru-RU" sz="2400" dirty="0">
                <a:solidFill>
                  <a:srgbClr val="002060"/>
                </a:solidFill>
              </a:rPr>
              <a:t>: </a:t>
            </a:r>
            <a:r>
              <a:rPr lang="en-US" sz="2400" dirty="0">
                <a:solidFill>
                  <a:srgbClr val="002060"/>
                </a:solidFill>
              </a:rPr>
              <a:t>1 </a:t>
            </a:r>
            <a:r>
              <a:rPr lang="uk-UA" sz="2400" dirty="0">
                <a:solidFill>
                  <a:srgbClr val="002060"/>
                </a:solidFill>
              </a:rPr>
              <a:t>шт. та </a:t>
            </a:r>
            <a:r>
              <a:rPr lang="ru-RU" sz="2400" dirty="0">
                <a:solidFill>
                  <a:srgbClr val="002060"/>
                </a:solidFill>
              </a:rPr>
              <a:t>25 шт.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8419" y="4137588"/>
            <a:ext cx="4576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 err="1">
                <a:solidFill>
                  <a:srgbClr val="002060"/>
                </a:solidFill>
              </a:rPr>
              <a:t>Швидко</a:t>
            </a:r>
            <a:r>
              <a:rPr lang="ru-RU" sz="2400" dirty="0">
                <a:solidFill>
                  <a:srgbClr val="002060"/>
                </a:solidFill>
              </a:rPr>
              <a:t>: результат через 20 сек.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25662" y="2279366"/>
            <a:ext cx="48319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 err="1">
                <a:solidFill>
                  <a:srgbClr val="002060"/>
                </a:solidFill>
              </a:rPr>
              <a:t>Біоматеріал</a:t>
            </a:r>
            <a:r>
              <a:rPr lang="ru-RU" sz="2400" dirty="0">
                <a:solidFill>
                  <a:srgbClr val="002060"/>
                </a:solidFill>
              </a:rPr>
              <a:t>: </a:t>
            </a:r>
            <a:r>
              <a:rPr lang="ru-RU" sz="2400" dirty="0" err="1">
                <a:solidFill>
                  <a:srgbClr val="002060"/>
                </a:solidFill>
              </a:rPr>
              <a:t>вагінальний</a:t>
            </a:r>
            <a:r>
              <a:rPr lang="ru-RU" sz="2400" dirty="0">
                <a:solidFill>
                  <a:srgbClr val="002060"/>
                </a:solidFill>
              </a:rPr>
              <a:t> секрет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97046" y="5557214"/>
            <a:ext cx="69553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 err="1">
                <a:solidFill>
                  <a:srgbClr val="002060"/>
                </a:solidFill>
              </a:rPr>
              <a:t>Максимальний</a:t>
            </a:r>
            <a:r>
              <a:rPr lang="ru-RU" sz="2400" b="1" dirty="0">
                <a:solidFill>
                  <a:srgbClr val="002060"/>
                </a:solidFill>
              </a:rPr>
              <a:t> </a:t>
            </a:r>
            <a:r>
              <a:rPr lang="ru-RU" sz="2400" b="1" dirty="0" err="1">
                <a:solidFill>
                  <a:srgbClr val="002060"/>
                </a:solidFill>
              </a:rPr>
              <a:t>термін</a:t>
            </a:r>
            <a:r>
              <a:rPr lang="ru-RU" sz="2400" b="1" dirty="0">
                <a:solidFill>
                  <a:srgbClr val="002060"/>
                </a:solidFill>
              </a:rPr>
              <a:t> </a:t>
            </a:r>
            <a:r>
              <a:rPr lang="ru-RU" sz="2400" b="1" dirty="0" err="1">
                <a:solidFill>
                  <a:srgbClr val="002060"/>
                </a:solidFill>
              </a:rPr>
              <a:t>зберігання</a:t>
            </a:r>
            <a:r>
              <a:rPr lang="ru-RU" sz="2400" b="1" dirty="0">
                <a:solidFill>
                  <a:srgbClr val="002060"/>
                </a:solidFill>
              </a:rPr>
              <a:t>: </a:t>
            </a:r>
            <a:r>
              <a:rPr lang="ru-RU" sz="2400" dirty="0" err="1">
                <a:solidFill>
                  <a:srgbClr val="002060"/>
                </a:solidFill>
              </a:rPr>
              <a:t>після</a:t>
            </a:r>
            <a:r>
              <a:rPr lang="ru-RU" sz="2400" dirty="0">
                <a:solidFill>
                  <a:srgbClr val="002060"/>
                </a:solidFill>
              </a:rPr>
              <a:t> </a:t>
            </a:r>
            <a:r>
              <a:rPr lang="ru-RU" sz="2400" dirty="0" err="1">
                <a:solidFill>
                  <a:srgbClr val="002060"/>
                </a:solidFill>
              </a:rPr>
              <a:t>відкриття</a:t>
            </a:r>
            <a:r>
              <a:rPr lang="ru-RU" sz="2400" dirty="0">
                <a:solidFill>
                  <a:srgbClr val="002060"/>
                </a:solidFill>
              </a:rPr>
              <a:t> 6 </a:t>
            </a:r>
            <a:r>
              <a:rPr lang="ru-RU" sz="2400" dirty="0" err="1">
                <a:solidFill>
                  <a:srgbClr val="002060"/>
                </a:solidFill>
              </a:rPr>
              <a:t>місяців</a:t>
            </a:r>
            <a:endParaRPr lang="ru-RU" sz="2400" b="1" dirty="0">
              <a:solidFill>
                <a:srgbClr val="002060"/>
              </a:solidFill>
            </a:endParaRPr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7FD9AF63-0C93-4D9F-979B-B1422948992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080058" y="94110"/>
            <a:ext cx="2001972" cy="957897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BDA4FD25-ECF9-45D1-B4B1-3053F41CD0ED}"/>
              </a:ext>
            </a:extLst>
          </p:cNvPr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07" r="21554"/>
          <a:stretch/>
        </p:blipFill>
        <p:spPr>
          <a:xfrm>
            <a:off x="4830296" y="1759164"/>
            <a:ext cx="2056588" cy="3716294"/>
          </a:xfrm>
          <a:prstGeom prst="rect">
            <a:avLst/>
          </a:prstGeom>
          <a:ln w="57150"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Овал 1"/>
          <p:cNvSpPr/>
          <p:nvPr/>
        </p:nvSpPr>
        <p:spPr>
          <a:xfrm>
            <a:off x="3799748" y="125604"/>
            <a:ext cx="4834456" cy="1538353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endParaRPr lang="ru-RU" sz="2200" b="1" dirty="0">
              <a:solidFill>
                <a:schemeClr val="tx1"/>
              </a:solidFill>
            </a:endParaRPr>
          </a:p>
          <a:p>
            <a:pPr algn="ctr"/>
            <a:r>
              <a:rPr lang="ru-RU" sz="2200" b="1" dirty="0">
                <a:solidFill>
                  <a:schemeClr val="tx1"/>
                </a:solidFill>
              </a:rPr>
              <a:t>Для</a:t>
            </a:r>
            <a:r>
              <a:rPr lang="ru-RU" sz="2200" b="1" dirty="0">
                <a:solidFill>
                  <a:srgbClr val="FF0000"/>
                </a:solidFill>
              </a:rPr>
              <a:t> </a:t>
            </a:r>
            <a:r>
              <a:rPr lang="ru-RU" sz="2200" b="1" dirty="0" err="1">
                <a:solidFill>
                  <a:srgbClr val="FF3399"/>
                </a:solidFill>
              </a:rPr>
              <a:t>професійного</a:t>
            </a:r>
            <a:r>
              <a:rPr lang="ru-RU" sz="2200" b="1" dirty="0">
                <a:solidFill>
                  <a:srgbClr val="FF3399"/>
                </a:solidFill>
              </a:rPr>
              <a:t> </a:t>
            </a:r>
            <a:r>
              <a:rPr lang="ru-RU" sz="2200" b="1" dirty="0" err="1">
                <a:solidFill>
                  <a:schemeClr val="tx1"/>
                </a:solidFill>
              </a:rPr>
              <a:t>використання</a:t>
            </a:r>
            <a:r>
              <a:rPr lang="ru-RU" sz="2200" b="1" dirty="0">
                <a:solidFill>
                  <a:schemeClr val="tx1"/>
                </a:solidFill>
              </a:rPr>
              <a:t>, </a:t>
            </a:r>
          </a:p>
          <a:p>
            <a:pPr algn="ctr"/>
            <a:r>
              <a:rPr lang="ru-RU" sz="2200" b="1" dirty="0">
                <a:solidFill>
                  <a:schemeClr val="tx1"/>
                </a:solidFill>
              </a:rPr>
              <a:t>а </a:t>
            </a:r>
            <a:r>
              <a:rPr lang="ru-RU" sz="2200" b="1" dirty="0" err="1">
                <a:solidFill>
                  <a:schemeClr val="tx1"/>
                </a:solidFill>
              </a:rPr>
              <a:t>також</a:t>
            </a:r>
            <a:r>
              <a:rPr lang="ru-RU" sz="2200" b="1" dirty="0">
                <a:solidFill>
                  <a:schemeClr val="tx1"/>
                </a:solidFill>
              </a:rPr>
              <a:t> для </a:t>
            </a:r>
            <a:r>
              <a:rPr lang="ru-RU" sz="2200" b="1" dirty="0">
                <a:solidFill>
                  <a:srgbClr val="FF3399"/>
                </a:solidFill>
              </a:rPr>
              <a:t>самоконтролю</a:t>
            </a:r>
          </a:p>
          <a:p>
            <a:pPr algn="ctr"/>
            <a:endParaRPr lang="ru-RU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52563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5B7B9D59-D84F-4868-A54C-3D04BF0D23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  <a14:imgEffect>
                      <a14:brightnessContrast bright="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25962" cy="6858000"/>
          </a:xfrm>
          <a:prstGeom prst="rect">
            <a:avLst/>
          </a:prstGeom>
          <a:blipFill dpi="0" rotWithShape="1">
            <a:blip r:embed="rId4"/>
            <a:srcRect/>
            <a:tile tx="0" ty="0" sx="100000" sy="100000" flip="none" algn="tl"/>
          </a:blipFill>
          <a:effectLst>
            <a:outerShdw blurRad="50800" dist="50800" dir="5400000" algn="ctr" rotWithShape="0">
              <a:srgbClr val="000000"/>
            </a:outerShdw>
          </a:effectLst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D58D4A8-7350-4543-9CD3-56954F15C1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2793" y="1268091"/>
            <a:ext cx="2402745" cy="4645899"/>
          </a:xfrm>
          <a:prstGeom prst="rect">
            <a:avLst/>
          </a:prstGeom>
          <a:ln w="19050">
            <a:solidFill>
              <a:schemeClr val="bg2">
                <a:lumMod val="75000"/>
              </a:schemeClr>
            </a:solidFill>
          </a:ln>
        </p:spPr>
      </p:pic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9B548A04-A88F-4079-947E-B2AC5B52D88D}"/>
              </a:ext>
            </a:extLst>
          </p:cNvPr>
          <p:cNvSpPr txBox="1">
            <a:spLocks/>
          </p:cNvSpPr>
          <p:nvPr/>
        </p:nvSpPr>
        <p:spPr>
          <a:xfrm>
            <a:off x="4983635" y="1268091"/>
            <a:ext cx="10058400" cy="145075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uk-UA" sz="3200" dirty="0">
              <a:latin typeface="+mn-lt"/>
            </a:endParaRP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EDE13811-8F19-4318-B74A-A26994B36548}"/>
              </a:ext>
            </a:extLst>
          </p:cNvPr>
          <p:cNvSpPr/>
          <p:nvPr/>
        </p:nvSpPr>
        <p:spPr>
          <a:xfrm>
            <a:off x="5182075" y="4117617"/>
            <a:ext cx="6489793" cy="1646762"/>
          </a:xfrm>
          <a:prstGeom prst="roundRect">
            <a:avLst/>
          </a:prstGeom>
          <a:solidFill>
            <a:srgbClr val="ECF3F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sz="2800" b="1" dirty="0">
                <a:solidFill>
                  <a:schemeClr val="tx1"/>
                </a:solidFill>
              </a:rPr>
              <a:t>Вагінальний </a:t>
            </a:r>
            <a:r>
              <a:rPr lang="uk-UA" sz="2800" b="1" dirty="0" err="1">
                <a:solidFill>
                  <a:schemeClr val="tx1"/>
                </a:solidFill>
              </a:rPr>
              <a:t>рН</a:t>
            </a:r>
            <a:r>
              <a:rPr lang="uk-UA" sz="2800" b="1" dirty="0">
                <a:solidFill>
                  <a:schemeClr val="tx1"/>
                </a:solidFill>
              </a:rPr>
              <a:t> тест </a:t>
            </a:r>
            <a:r>
              <a:rPr lang="en-US" sz="2800" b="1" dirty="0">
                <a:solidFill>
                  <a:srgbClr val="FF3399"/>
                </a:solidFill>
              </a:rPr>
              <a:t>CITOLAB™ pH</a:t>
            </a:r>
            <a:br>
              <a:rPr lang="uk-UA" sz="2800" b="1" dirty="0">
                <a:solidFill>
                  <a:schemeClr val="tx1"/>
                </a:solidFill>
              </a:rPr>
            </a:br>
            <a:r>
              <a:rPr lang="en-US" sz="2800" b="1" dirty="0">
                <a:solidFill>
                  <a:schemeClr val="tx1"/>
                </a:solidFill>
              </a:rPr>
              <a:t>— </a:t>
            </a:r>
            <a:r>
              <a:rPr lang="uk-UA" sz="2800" b="1" dirty="0">
                <a:solidFill>
                  <a:schemeClr val="tx1"/>
                </a:solidFill>
              </a:rPr>
              <a:t>інтимне здоров’я під контролем!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EA46B265-B279-4ACA-A402-8BA0B8C8692E}"/>
              </a:ext>
            </a:extLst>
          </p:cNvPr>
          <p:cNvSpPr/>
          <p:nvPr/>
        </p:nvSpPr>
        <p:spPr>
          <a:xfrm>
            <a:off x="5182075" y="2173721"/>
            <a:ext cx="6489793" cy="1536088"/>
          </a:xfrm>
          <a:prstGeom prst="roundRect">
            <a:avLst/>
          </a:prstGeom>
          <a:solidFill>
            <a:srgbClr val="ECF3F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sz="2400" b="1" dirty="0">
                <a:solidFill>
                  <a:schemeClr val="tx1"/>
                </a:solidFill>
              </a:rPr>
              <a:t>Допоможе </a:t>
            </a:r>
            <a:r>
              <a:rPr lang="ru-RU" sz="2400" b="1" dirty="0" err="1">
                <a:solidFill>
                  <a:schemeClr val="tx1"/>
                </a:solidFill>
              </a:rPr>
              <a:t>швидко</a:t>
            </a:r>
            <a:r>
              <a:rPr lang="ru-RU" sz="2400" b="1" dirty="0">
                <a:solidFill>
                  <a:schemeClr val="tx1"/>
                </a:solidFill>
              </a:rPr>
              <a:t> </a:t>
            </a:r>
            <a:r>
              <a:rPr lang="ru-RU" sz="2400" b="1" dirty="0" err="1">
                <a:solidFill>
                  <a:schemeClr val="tx1"/>
                </a:solidFill>
              </a:rPr>
              <a:t>оцінити</a:t>
            </a:r>
            <a:r>
              <a:rPr lang="ru-RU" sz="2400" b="1" dirty="0">
                <a:solidFill>
                  <a:schemeClr val="tx1"/>
                </a:solidFill>
              </a:rPr>
              <a:t> стан </a:t>
            </a:r>
            <a:r>
              <a:rPr lang="ru-RU" sz="2400" b="1" dirty="0" err="1">
                <a:solidFill>
                  <a:schemeClr val="tx1"/>
                </a:solidFill>
              </a:rPr>
              <a:t>вагінального</a:t>
            </a:r>
            <a:r>
              <a:rPr lang="ru-RU" sz="2400" b="1" dirty="0">
                <a:solidFill>
                  <a:schemeClr val="tx1"/>
                </a:solidFill>
              </a:rPr>
              <a:t> </a:t>
            </a:r>
            <a:r>
              <a:rPr lang="ru-RU" sz="2400" b="1" dirty="0" err="1">
                <a:solidFill>
                  <a:schemeClr val="tx1"/>
                </a:solidFill>
              </a:rPr>
              <a:t>середовища</a:t>
            </a:r>
            <a:r>
              <a:rPr lang="uk-UA" sz="2400" b="1" dirty="0">
                <a:solidFill>
                  <a:schemeClr val="tx1"/>
                </a:solidFill>
              </a:rPr>
              <a:t> </a:t>
            </a:r>
            <a:r>
              <a:rPr lang="uk-UA" sz="2400" b="1" dirty="0">
                <a:solidFill>
                  <a:srgbClr val="FF3399"/>
                </a:solidFill>
              </a:rPr>
              <a:t>після проведеного лікування </a:t>
            </a:r>
            <a:r>
              <a:rPr lang="uk-UA" sz="2400" b="1" dirty="0">
                <a:solidFill>
                  <a:schemeClr val="tx1"/>
                </a:solidFill>
              </a:rPr>
              <a:t>навіть вдома</a:t>
            </a:r>
          </a:p>
          <a:p>
            <a:pPr algn="ctr"/>
            <a:endParaRPr lang="uk-UA" dirty="0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4D70CC5D-9DE7-4017-91EF-8273840520B1}"/>
              </a:ext>
            </a:extLst>
          </p:cNvPr>
          <p:cNvSpPr/>
          <p:nvPr/>
        </p:nvSpPr>
        <p:spPr>
          <a:xfrm>
            <a:off x="5182075" y="663101"/>
            <a:ext cx="6489793" cy="1107788"/>
          </a:xfrm>
          <a:prstGeom prst="roundRect">
            <a:avLst/>
          </a:prstGeom>
          <a:solidFill>
            <a:srgbClr val="ECF3F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sz="2800" b="1" dirty="0">
                <a:solidFill>
                  <a:schemeClr val="tx1"/>
                </a:solidFill>
              </a:rPr>
              <a:t>Доступна комплектація - </a:t>
            </a:r>
            <a:r>
              <a:rPr lang="en-US" sz="2800" b="1" dirty="0">
                <a:solidFill>
                  <a:srgbClr val="0070C0"/>
                </a:solidFill>
              </a:rPr>
              <a:t>1 </a:t>
            </a:r>
            <a:r>
              <a:rPr lang="uk-UA" sz="2800" b="1" dirty="0">
                <a:solidFill>
                  <a:srgbClr val="0070C0"/>
                </a:solidFill>
              </a:rPr>
              <a:t>тест-смужка</a:t>
            </a:r>
          </a:p>
          <a:p>
            <a:pPr algn="ctr"/>
            <a:endParaRPr lang="uk-UA" dirty="0"/>
          </a:p>
        </p:txBody>
      </p:sp>
      <p:sp>
        <p:nvSpPr>
          <p:cNvPr id="11" name="Стрелка: изогнутая вправо 10">
            <a:extLst>
              <a:ext uri="{FF2B5EF4-FFF2-40B4-BE49-F238E27FC236}">
                <a16:creationId xmlns:a16="http://schemas.microsoft.com/office/drawing/2014/main" id="{A9DEC41A-0A3E-4E70-90B7-0FB4F897E6A7}"/>
              </a:ext>
            </a:extLst>
          </p:cNvPr>
          <p:cNvSpPr/>
          <p:nvPr/>
        </p:nvSpPr>
        <p:spPr>
          <a:xfrm>
            <a:off x="4270710" y="1080151"/>
            <a:ext cx="911365" cy="1769375"/>
          </a:xfrm>
          <a:prstGeom prst="curvedRightArrow">
            <a:avLst/>
          </a:prstGeom>
          <a:solidFill>
            <a:srgbClr val="65ADE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>
              <a:solidFill>
                <a:schemeClr val="tx1"/>
              </a:solidFill>
            </a:endParaRPr>
          </a:p>
        </p:txBody>
      </p:sp>
      <p:sp>
        <p:nvSpPr>
          <p:cNvPr id="12" name="Стрелка: изогнутая вправо 11">
            <a:extLst>
              <a:ext uri="{FF2B5EF4-FFF2-40B4-BE49-F238E27FC236}">
                <a16:creationId xmlns:a16="http://schemas.microsoft.com/office/drawing/2014/main" id="{8A536AF8-1C9E-4E84-8052-8C2563AA18D7}"/>
              </a:ext>
            </a:extLst>
          </p:cNvPr>
          <p:cNvSpPr/>
          <p:nvPr/>
        </p:nvSpPr>
        <p:spPr>
          <a:xfrm>
            <a:off x="4111221" y="2887687"/>
            <a:ext cx="1070854" cy="2160074"/>
          </a:xfrm>
          <a:prstGeom prst="curvedRightArrow">
            <a:avLst/>
          </a:prstGeom>
          <a:solidFill>
            <a:srgbClr val="65ADE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D3A271F-A24A-4E28-931A-B2A5A3B8BEA3}"/>
              </a:ext>
            </a:extLst>
          </p:cNvPr>
          <p:cNvSpPr txBox="1"/>
          <p:nvPr/>
        </p:nvSpPr>
        <p:spPr>
          <a:xfrm>
            <a:off x="388309" y="477521"/>
            <a:ext cx="4338083" cy="726072"/>
          </a:xfrm>
          <a:prstGeom prst="rect">
            <a:avLst/>
          </a:prstGeom>
          <a:noFill/>
        </p:spPr>
        <p:txBody>
          <a:bodyPr wrap="square" rtlCol="0">
            <a:prstTxWarp prst="textArchUp">
              <a:avLst/>
            </a:prstTxWarp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uk-UA" sz="1600" b="1" dirty="0"/>
              <a:t>Бажано мати в косметичці </a:t>
            </a:r>
            <a:r>
              <a:rPr lang="uk-UA" sz="1600" b="1" dirty="0">
                <a:solidFill>
                  <a:srgbClr val="0070C0"/>
                </a:solidFill>
              </a:rPr>
              <a:t>кожній </a:t>
            </a:r>
            <a:r>
              <a:rPr lang="uk-UA" sz="1600" b="1" dirty="0"/>
              <a:t>Жінці</a:t>
            </a:r>
            <a:r>
              <a:rPr lang="uk-UA" sz="2000" b="1" dirty="0"/>
              <a:t>!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7FD9AF63-0C93-4D9F-979B-B142294899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23173" y="86834"/>
            <a:ext cx="1204378" cy="576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2362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16549D0-12AA-44EE-AE5A-9A17185C52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687239" cy="686689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2DC0D6B-6D65-4D51-B5CA-4818889DCF92}"/>
              </a:ext>
            </a:extLst>
          </p:cNvPr>
          <p:cNvSpPr txBox="1"/>
          <p:nvPr/>
        </p:nvSpPr>
        <p:spPr>
          <a:xfrm>
            <a:off x="6870853" y="2511554"/>
            <a:ext cx="4928212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uk-UA" sz="4800" b="1" dirty="0" err="1"/>
              <a:t>Actim</a:t>
            </a:r>
            <a:r>
              <a:rPr lang="uk-UA" sz="4800" b="1" dirty="0"/>
              <a:t>® PROM </a:t>
            </a:r>
            <a:r>
              <a:rPr lang="uk-UA" sz="4800" b="1" dirty="0">
                <a:solidFill>
                  <a:srgbClr val="4CB7B7"/>
                </a:solidFill>
              </a:rPr>
              <a:t>– </a:t>
            </a:r>
            <a:r>
              <a:rPr lang="uk-UA" sz="3600" b="1" dirty="0">
                <a:solidFill>
                  <a:srgbClr val="4CB7B7"/>
                </a:solidFill>
              </a:rPr>
              <a:t>допомагає забезпечити </a:t>
            </a:r>
          </a:p>
          <a:p>
            <a:pPr algn="r"/>
            <a:r>
              <a:rPr lang="uk-UA" sz="3600" b="1" dirty="0">
                <a:solidFill>
                  <a:srgbClr val="4CB7B7"/>
                </a:solidFill>
              </a:rPr>
              <a:t>своєчасну діагностику </a:t>
            </a:r>
          </a:p>
          <a:p>
            <a:pPr algn="r"/>
            <a:r>
              <a:rPr lang="uk-UA" sz="3600" b="1" dirty="0">
                <a:solidFill>
                  <a:srgbClr val="4CB7B7"/>
                </a:solidFill>
              </a:rPr>
              <a:t>ПРПО</a:t>
            </a:r>
            <a:endParaRPr lang="uk-UA" sz="3600" dirty="0">
              <a:solidFill>
                <a:srgbClr val="4CB7B7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B704FA-D589-42A4-9773-38AF60D96E2E}"/>
              </a:ext>
            </a:extLst>
          </p:cNvPr>
          <p:cNvSpPr txBox="1"/>
          <p:nvPr/>
        </p:nvSpPr>
        <p:spPr>
          <a:xfrm>
            <a:off x="7025089" y="6169446"/>
            <a:ext cx="5108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b="1" dirty="0"/>
              <a:t>ПРПО - передчасний розрив плідних оболонок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7407F00-47DA-43D2-B6EF-A9DE36B13B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9153" y="137444"/>
            <a:ext cx="1934089" cy="925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6464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6211696-7A3B-48C7-98C5-0A964128D8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4761" y="0"/>
            <a:ext cx="6687239" cy="686689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902E52F-72BA-40E5-BC67-DFEEFBBA215F}"/>
              </a:ext>
            </a:extLst>
          </p:cNvPr>
          <p:cNvSpPr txBox="1"/>
          <p:nvPr/>
        </p:nvSpPr>
        <p:spPr>
          <a:xfrm>
            <a:off x="402115" y="691861"/>
            <a:ext cx="43957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Актуальність ПРПО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6E7A86-23E3-420C-A9C1-AC5CBD5239DB}"/>
              </a:ext>
            </a:extLst>
          </p:cNvPr>
          <p:cNvSpPr txBox="1"/>
          <p:nvPr/>
        </p:nvSpPr>
        <p:spPr>
          <a:xfrm>
            <a:off x="313110" y="2214114"/>
            <a:ext cx="7162800" cy="24519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100"/>
              </a:spcBef>
            </a:pPr>
            <a:r>
              <a:rPr lang="ru-RU" sz="2800" b="1" dirty="0">
                <a:solidFill>
                  <a:srgbClr val="4DB9B9"/>
                </a:solidFill>
                <a:latin typeface="Calibri"/>
                <a:cs typeface="Calibri"/>
              </a:rPr>
              <a:t>Частота</a:t>
            </a:r>
            <a:r>
              <a:rPr lang="ru-RU" sz="2800" b="1" spc="-65" dirty="0">
                <a:solidFill>
                  <a:srgbClr val="4DB9B9"/>
                </a:solidFill>
                <a:latin typeface="Calibri"/>
                <a:cs typeface="Calibri"/>
              </a:rPr>
              <a:t> </a:t>
            </a:r>
            <a:r>
              <a:rPr lang="ru-RU" sz="2800" b="1" dirty="0">
                <a:solidFill>
                  <a:srgbClr val="4DB9B9"/>
                </a:solidFill>
                <a:latin typeface="Calibri"/>
                <a:cs typeface="Calibri"/>
              </a:rPr>
              <a:t>ПРПО:</a:t>
            </a:r>
            <a:r>
              <a:rPr lang="ru-RU" sz="2800" b="1" spc="-55" dirty="0">
                <a:solidFill>
                  <a:srgbClr val="4DB9B9"/>
                </a:solidFill>
                <a:latin typeface="Calibri"/>
                <a:cs typeface="Calibri"/>
              </a:rPr>
              <a:t> </a:t>
            </a:r>
          </a:p>
          <a:p>
            <a:pPr marL="14604">
              <a:lnSpc>
                <a:spcPct val="100000"/>
              </a:lnSpc>
              <a:spcBef>
                <a:spcPts val="100"/>
              </a:spcBef>
            </a:pPr>
            <a:r>
              <a:rPr lang="ru-RU" sz="2800" b="1" dirty="0">
                <a:solidFill>
                  <a:srgbClr val="4DB9B9"/>
                </a:solidFill>
                <a:latin typeface="Calibri"/>
                <a:cs typeface="Calibri"/>
              </a:rPr>
              <a:t>до</a:t>
            </a:r>
            <a:r>
              <a:rPr lang="ru-RU" sz="2800" b="1" spc="-45" dirty="0">
                <a:solidFill>
                  <a:srgbClr val="4DB9B9"/>
                </a:solidFill>
                <a:latin typeface="Calibri"/>
                <a:cs typeface="Calibri"/>
              </a:rPr>
              <a:t> </a:t>
            </a:r>
            <a:r>
              <a:rPr lang="ru-RU" sz="2800" b="1" dirty="0">
                <a:solidFill>
                  <a:srgbClr val="4DB9B9"/>
                </a:solidFill>
                <a:latin typeface="Calibri"/>
                <a:cs typeface="Calibri"/>
              </a:rPr>
              <a:t>20%</a:t>
            </a:r>
            <a:r>
              <a:rPr lang="ru-RU" sz="2800" b="1" spc="-55" dirty="0">
                <a:solidFill>
                  <a:srgbClr val="4DB9B9"/>
                </a:solidFill>
                <a:latin typeface="Calibri"/>
                <a:cs typeface="Calibri"/>
              </a:rPr>
              <a:t> </a:t>
            </a:r>
            <a:r>
              <a:rPr lang="ru-RU" sz="2800" b="1" dirty="0" err="1">
                <a:solidFill>
                  <a:srgbClr val="4DB9B9"/>
                </a:solidFill>
                <a:latin typeface="Calibri"/>
                <a:cs typeface="Calibri"/>
              </a:rPr>
              <a:t>всіх</a:t>
            </a:r>
            <a:r>
              <a:rPr lang="ru-RU" sz="2800" b="1" spc="-60" dirty="0">
                <a:solidFill>
                  <a:srgbClr val="4DB9B9"/>
                </a:solidFill>
                <a:latin typeface="Calibri"/>
                <a:cs typeface="Calibri"/>
              </a:rPr>
              <a:t> </a:t>
            </a:r>
            <a:r>
              <a:rPr lang="ru-RU" sz="2800" b="1" spc="-10" dirty="0" err="1">
                <a:solidFill>
                  <a:srgbClr val="4DB9B9"/>
                </a:solidFill>
                <a:latin typeface="Calibri"/>
                <a:cs typeface="Calibri"/>
              </a:rPr>
              <a:t>вагітностей</a:t>
            </a:r>
            <a:endParaRPr lang="ru-RU" sz="2800" dirty="0">
              <a:solidFill>
                <a:srgbClr val="4DB9B9"/>
              </a:solidFill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90"/>
              </a:spcBef>
            </a:pPr>
            <a:endParaRPr lang="ru-RU" sz="2800" dirty="0">
              <a:solidFill>
                <a:srgbClr val="4DB9B9"/>
              </a:solidFill>
              <a:latin typeface="Calibri"/>
              <a:cs typeface="Calibri"/>
            </a:endParaRPr>
          </a:p>
          <a:p>
            <a:pPr marL="12700" indent="14604">
              <a:lnSpc>
                <a:spcPct val="100000"/>
              </a:lnSpc>
            </a:pPr>
            <a:r>
              <a:rPr lang="ru-RU" sz="2800" b="1" dirty="0">
                <a:solidFill>
                  <a:srgbClr val="4DB9B9"/>
                </a:solidFill>
                <a:latin typeface="Calibri"/>
                <a:cs typeface="Calibri"/>
              </a:rPr>
              <a:t>ПРПО</a:t>
            </a:r>
            <a:r>
              <a:rPr lang="ru-RU" sz="2800" b="1" spc="-20" dirty="0">
                <a:solidFill>
                  <a:srgbClr val="4DB9B9"/>
                </a:solidFill>
                <a:latin typeface="Calibri"/>
                <a:cs typeface="Calibri"/>
              </a:rPr>
              <a:t> </a:t>
            </a:r>
            <a:r>
              <a:rPr lang="ru-RU" sz="2800" b="1" spc="-10" dirty="0" err="1">
                <a:solidFill>
                  <a:srgbClr val="4DB9B9"/>
                </a:solidFill>
                <a:latin typeface="Calibri"/>
                <a:cs typeface="Calibri"/>
              </a:rPr>
              <a:t>поєднується</a:t>
            </a:r>
            <a:r>
              <a:rPr lang="ru-RU" sz="2800" b="1" spc="-10" dirty="0">
                <a:solidFill>
                  <a:srgbClr val="4DB9B9"/>
                </a:solidFill>
                <a:latin typeface="Calibri"/>
                <a:cs typeface="Calibri"/>
              </a:rPr>
              <a:t> з </a:t>
            </a:r>
            <a:r>
              <a:rPr lang="ru-RU" sz="2800" b="1" spc="-35" dirty="0">
                <a:solidFill>
                  <a:srgbClr val="4DB9B9"/>
                </a:solidFill>
                <a:latin typeface="Calibri"/>
                <a:cs typeface="Calibri"/>
              </a:rPr>
              <a:t> </a:t>
            </a:r>
            <a:r>
              <a:rPr lang="ru-RU" sz="2800" b="1" spc="-20" dirty="0">
                <a:solidFill>
                  <a:srgbClr val="4DB9B9"/>
                </a:solidFill>
                <a:latin typeface="Calibri"/>
                <a:cs typeface="Calibri"/>
              </a:rPr>
              <a:t>18-</a:t>
            </a:r>
            <a:r>
              <a:rPr lang="ru-RU" sz="2800" b="1" dirty="0">
                <a:solidFill>
                  <a:srgbClr val="4DB9B9"/>
                </a:solidFill>
                <a:latin typeface="Calibri"/>
                <a:cs typeface="Calibri"/>
              </a:rPr>
              <a:t>20%</a:t>
            </a:r>
            <a:r>
              <a:rPr lang="ru-RU" sz="2800" b="1" spc="-15" dirty="0">
                <a:solidFill>
                  <a:srgbClr val="4DB9B9"/>
                </a:solidFill>
                <a:latin typeface="Calibri"/>
                <a:cs typeface="Calibri"/>
              </a:rPr>
              <a:t> </a:t>
            </a:r>
          </a:p>
          <a:p>
            <a:pPr marL="12700" indent="14604">
              <a:lnSpc>
                <a:spcPct val="100000"/>
              </a:lnSpc>
            </a:pPr>
            <a:r>
              <a:rPr lang="ru-RU" sz="2800" b="1" spc="-10" dirty="0" err="1">
                <a:solidFill>
                  <a:srgbClr val="4DB9B9"/>
                </a:solidFill>
                <a:latin typeface="Calibri"/>
                <a:cs typeface="Calibri"/>
              </a:rPr>
              <a:t>перинатальної</a:t>
            </a:r>
            <a:r>
              <a:rPr lang="ru-RU" sz="2800" b="1" spc="-5" dirty="0">
                <a:solidFill>
                  <a:srgbClr val="4DB9B9"/>
                </a:solidFill>
                <a:latin typeface="Calibri"/>
                <a:cs typeface="Calibri"/>
              </a:rPr>
              <a:t> </a:t>
            </a:r>
            <a:r>
              <a:rPr lang="ru-RU" sz="2800" b="1" spc="-10" dirty="0" err="1">
                <a:solidFill>
                  <a:srgbClr val="4DB9B9"/>
                </a:solidFill>
                <a:latin typeface="Calibri"/>
                <a:cs typeface="Calibri"/>
              </a:rPr>
              <a:t>смертності</a:t>
            </a:r>
            <a:endParaRPr lang="ru-RU" sz="2800" dirty="0">
              <a:solidFill>
                <a:srgbClr val="4DB9B9"/>
              </a:solidFill>
              <a:latin typeface="Calibri"/>
              <a:cs typeface="Calibri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45A3DBD-C952-478B-90A3-2B899A2962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393" y="5841094"/>
            <a:ext cx="1934089" cy="925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7544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6211696-7A3B-48C7-98C5-0A964128D8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896"/>
            <a:ext cx="6687239" cy="6866896"/>
          </a:xfrm>
          <a:prstGeom prst="rect">
            <a:avLst/>
          </a:prstGeom>
        </p:spPr>
      </p:pic>
      <p:sp>
        <p:nvSpPr>
          <p:cNvPr id="11" name="Овал 10">
            <a:extLst>
              <a:ext uri="{FF2B5EF4-FFF2-40B4-BE49-F238E27FC236}">
                <a16:creationId xmlns:a16="http://schemas.microsoft.com/office/drawing/2014/main" id="{90A30F00-49D9-4944-99DB-CD08EB78884A}"/>
              </a:ext>
            </a:extLst>
          </p:cNvPr>
          <p:cNvSpPr/>
          <p:nvPr/>
        </p:nvSpPr>
        <p:spPr>
          <a:xfrm>
            <a:off x="-1921022" y="121186"/>
            <a:ext cx="4748270" cy="4505897"/>
          </a:xfrm>
          <a:prstGeom prst="ellipse">
            <a:avLst/>
          </a:prstGeom>
          <a:solidFill>
            <a:srgbClr val="4DB9B9"/>
          </a:solidFill>
          <a:ln>
            <a:solidFill>
              <a:srgbClr val="4CB7B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57C8C6D-94AA-4F44-B229-5FAD296F20BB}"/>
              </a:ext>
            </a:extLst>
          </p:cNvPr>
          <p:cNvSpPr txBox="1"/>
          <p:nvPr/>
        </p:nvSpPr>
        <p:spPr>
          <a:xfrm>
            <a:off x="7120385" y="424096"/>
            <a:ext cx="43957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Актуальність ПРПО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995FE96-7457-47BC-90BB-2A5924101E0E}"/>
              </a:ext>
            </a:extLst>
          </p:cNvPr>
          <p:cNvSpPr txBox="1"/>
          <p:nvPr/>
        </p:nvSpPr>
        <p:spPr>
          <a:xfrm>
            <a:off x="6827291" y="1647021"/>
            <a:ext cx="7162800" cy="4311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144780">
              <a:spcBef>
                <a:spcPts val="2480"/>
              </a:spcBef>
            </a:pPr>
            <a:r>
              <a:rPr lang="ru-RU" sz="3000" b="1" spc="-10" dirty="0" err="1">
                <a:latin typeface="Calibri"/>
                <a:cs typeface="Calibri"/>
              </a:rPr>
              <a:t>Ускладнення</a:t>
            </a:r>
            <a:r>
              <a:rPr lang="ru-RU" sz="3000" b="1" spc="-10" dirty="0">
                <a:latin typeface="Calibri"/>
                <a:cs typeface="Calibri"/>
              </a:rPr>
              <a:t> </a:t>
            </a:r>
            <a:r>
              <a:rPr lang="ru-RU" sz="3000" b="1" spc="-35" dirty="0">
                <a:latin typeface="Calibri"/>
                <a:cs typeface="Calibri"/>
              </a:rPr>
              <a:t> </a:t>
            </a:r>
            <a:r>
              <a:rPr lang="ru-RU" sz="3000" b="1" dirty="0">
                <a:latin typeface="Calibri"/>
                <a:cs typeface="Calibri"/>
              </a:rPr>
              <a:t>при</a:t>
            </a:r>
            <a:r>
              <a:rPr lang="ru-RU" sz="3000" b="1" spc="-55" dirty="0">
                <a:latin typeface="Calibri"/>
                <a:cs typeface="Calibri"/>
              </a:rPr>
              <a:t> </a:t>
            </a:r>
            <a:r>
              <a:rPr lang="ru-RU" sz="3000" b="1" dirty="0">
                <a:latin typeface="Calibri"/>
                <a:cs typeface="Calibri"/>
              </a:rPr>
              <a:t>ПРПО:</a:t>
            </a:r>
            <a:r>
              <a:rPr lang="ru-RU" sz="3000" b="1" spc="-35" dirty="0">
                <a:latin typeface="Calibri"/>
                <a:cs typeface="Calibri"/>
              </a:rPr>
              <a:t> </a:t>
            </a:r>
          </a:p>
          <a:p>
            <a:pPr marL="469900" marR="144780" indent="-457200">
              <a:spcBef>
                <a:spcPts val="2480"/>
              </a:spcBef>
              <a:buFont typeface="Arial" panose="020B0604020202020204" pitchFamily="34" charset="0"/>
              <a:buChar char="•"/>
            </a:pPr>
            <a:r>
              <a:rPr lang="ru-RU" sz="3000" b="1" dirty="0" err="1">
                <a:latin typeface="Calibri"/>
                <a:cs typeface="Calibri"/>
              </a:rPr>
              <a:t>обвиття</a:t>
            </a:r>
            <a:r>
              <a:rPr lang="ru-RU" sz="3000" b="1" spc="-35" dirty="0">
                <a:latin typeface="Calibri"/>
                <a:cs typeface="Calibri"/>
              </a:rPr>
              <a:t> </a:t>
            </a:r>
            <a:r>
              <a:rPr lang="ru-RU" sz="3000" b="1" dirty="0" err="1">
                <a:latin typeface="Calibri"/>
                <a:cs typeface="Calibri"/>
              </a:rPr>
              <a:t>пуповини</a:t>
            </a:r>
            <a:r>
              <a:rPr lang="ru-RU" sz="3000" b="1" spc="-50" dirty="0">
                <a:latin typeface="Calibri"/>
                <a:cs typeface="Calibri"/>
              </a:rPr>
              <a:t> </a:t>
            </a:r>
            <a:r>
              <a:rPr lang="ru-RU" sz="3000" b="1" dirty="0">
                <a:latin typeface="Calibri"/>
                <a:cs typeface="Calibri"/>
              </a:rPr>
              <a:t>↑</a:t>
            </a:r>
            <a:r>
              <a:rPr lang="ru-RU" sz="3000" b="1" spc="-40" dirty="0">
                <a:latin typeface="Calibri"/>
                <a:cs typeface="Calibri"/>
              </a:rPr>
              <a:t> </a:t>
            </a:r>
            <a:r>
              <a:rPr lang="ru-RU" sz="3000" b="1" dirty="0">
                <a:latin typeface="Calibri"/>
                <a:cs typeface="Calibri"/>
              </a:rPr>
              <a:t>в</a:t>
            </a:r>
            <a:r>
              <a:rPr lang="ru-RU" sz="3000" b="1" spc="-55" dirty="0">
                <a:latin typeface="Calibri"/>
                <a:cs typeface="Calibri"/>
              </a:rPr>
              <a:t> </a:t>
            </a:r>
            <a:r>
              <a:rPr lang="ru-RU" sz="3000" b="1" dirty="0">
                <a:latin typeface="Calibri"/>
                <a:cs typeface="Calibri"/>
              </a:rPr>
              <a:t>5</a:t>
            </a:r>
            <a:r>
              <a:rPr lang="ru-RU" sz="3000" b="1" spc="-55" dirty="0">
                <a:latin typeface="Calibri"/>
                <a:cs typeface="Calibri"/>
              </a:rPr>
              <a:t> </a:t>
            </a:r>
            <a:r>
              <a:rPr lang="ru-RU" sz="3000" b="1" spc="-20" dirty="0">
                <a:latin typeface="Calibri"/>
                <a:cs typeface="Calibri"/>
              </a:rPr>
              <a:t>раз </a:t>
            </a:r>
          </a:p>
          <a:p>
            <a:pPr marL="469900" marR="144780" indent="-457200">
              <a:spcBef>
                <a:spcPts val="2480"/>
              </a:spcBef>
              <a:buFont typeface="Arial" panose="020B0604020202020204" pitchFamily="34" charset="0"/>
              <a:buChar char="•"/>
            </a:pPr>
            <a:r>
              <a:rPr lang="ru-RU" sz="3000" b="1" dirty="0" err="1">
                <a:latin typeface="Calibri"/>
                <a:cs typeface="Calibri"/>
              </a:rPr>
              <a:t>гіпоксія</a:t>
            </a:r>
            <a:r>
              <a:rPr lang="ru-RU" sz="3000" b="1" spc="-60" dirty="0">
                <a:latin typeface="Calibri"/>
                <a:cs typeface="Calibri"/>
              </a:rPr>
              <a:t> </a:t>
            </a:r>
            <a:r>
              <a:rPr lang="ru-RU" sz="3000" b="1" dirty="0">
                <a:latin typeface="Calibri"/>
                <a:cs typeface="Calibri"/>
              </a:rPr>
              <a:t>плоду</a:t>
            </a:r>
            <a:r>
              <a:rPr lang="ru-RU" sz="3000" b="1" spc="-35" dirty="0">
                <a:latin typeface="Calibri"/>
                <a:cs typeface="Calibri"/>
              </a:rPr>
              <a:t> </a:t>
            </a:r>
            <a:r>
              <a:rPr lang="ru-RU" sz="3000" b="1" dirty="0">
                <a:latin typeface="Calibri"/>
                <a:cs typeface="Calibri"/>
              </a:rPr>
              <a:t>↑</a:t>
            </a:r>
            <a:r>
              <a:rPr lang="ru-RU" sz="3000" b="1" spc="-50" dirty="0">
                <a:latin typeface="Calibri"/>
                <a:cs typeface="Calibri"/>
              </a:rPr>
              <a:t> </a:t>
            </a:r>
            <a:r>
              <a:rPr lang="ru-RU" sz="3000" b="1" dirty="0">
                <a:latin typeface="Calibri"/>
                <a:cs typeface="Calibri"/>
              </a:rPr>
              <a:t>в</a:t>
            </a:r>
            <a:r>
              <a:rPr lang="ru-RU" sz="3000" b="1" spc="-55" dirty="0">
                <a:latin typeface="Calibri"/>
                <a:cs typeface="Calibri"/>
              </a:rPr>
              <a:t> </a:t>
            </a:r>
            <a:r>
              <a:rPr lang="ru-RU" sz="3000" b="1" dirty="0">
                <a:latin typeface="Calibri"/>
                <a:cs typeface="Calibri"/>
              </a:rPr>
              <a:t>7</a:t>
            </a:r>
            <a:r>
              <a:rPr lang="ru-RU" sz="3000" b="1" spc="-65" dirty="0">
                <a:latin typeface="Calibri"/>
                <a:cs typeface="Calibri"/>
              </a:rPr>
              <a:t> </a:t>
            </a:r>
            <a:r>
              <a:rPr lang="ru-RU" sz="3000" b="1" dirty="0">
                <a:latin typeface="Calibri"/>
                <a:cs typeface="Calibri"/>
              </a:rPr>
              <a:t>раз</a:t>
            </a:r>
          </a:p>
          <a:p>
            <a:pPr marL="469900" marR="144780" indent="-457200">
              <a:spcBef>
                <a:spcPts val="2480"/>
              </a:spcBef>
              <a:buFont typeface="Arial" panose="020B0604020202020204" pitchFamily="34" charset="0"/>
              <a:buChar char="•"/>
            </a:pPr>
            <a:r>
              <a:rPr lang="ru-RU" sz="3000" b="1" spc="-40" dirty="0">
                <a:latin typeface="Calibri"/>
                <a:cs typeface="Calibri"/>
              </a:rPr>
              <a:t> </a:t>
            </a:r>
            <a:r>
              <a:rPr lang="ru-RU" sz="3000" b="1" dirty="0" err="1">
                <a:latin typeface="Calibri"/>
                <a:cs typeface="Calibri"/>
              </a:rPr>
              <a:t>розриви</a:t>
            </a:r>
            <a:r>
              <a:rPr lang="ru-RU" sz="3000" b="1" spc="-30" dirty="0">
                <a:latin typeface="Calibri"/>
                <a:cs typeface="Calibri"/>
              </a:rPr>
              <a:t> </a:t>
            </a:r>
            <a:r>
              <a:rPr lang="ru-RU" sz="3000" b="1" dirty="0">
                <a:latin typeface="Calibri"/>
                <a:cs typeface="Calibri"/>
              </a:rPr>
              <a:t>↑</a:t>
            </a:r>
            <a:r>
              <a:rPr lang="ru-RU" sz="3000" b="1" spc="-55" dirty="0">
                <a:latin typeface="Calibri"/>
                <a:cs typeface="Calibri"/>
              </a:rPr>
              <a:t> </a:t>
            </a:r>
            <a:r>
              <a:rPr lang="ru-RU" sz="3000" b="1" dirty="0">
                <a:latin typeface="Calibri"/>
                <a:cs typeface="Calibri"/>
              </a:rPr>
              <a:t>в</a:t>
            </a:r>
            <a:r>
              <a:rPr lang="ru-RU" sz="3000" b="1" spc="-50" dirty="0">
                <a:latin typeface="Calibri"/>
                <a:cs typeface="Calibri"/>
              </a:rPr>
              <a:t> </a:t>
            </a:r>
            <a:r>
              <a:rPr lang="ru-RU" sz="3000" b="1" dirty="0">
                <a:latin typeface="Calibri"/>
                <a:cs typeface="Calibri"/>
              </a:rPr>
              <a:t>2</a:t>
            </a:r>
            <a:r>
              <a:rPr lang="ru-RU" sz="3000" b="1" spc="-55" dirty="0">
                <a:latin typeface="Calibri"/>
                <a:cs typeface="Calibri"/>
              </a:rPr>
              <a:t> </a:t>
            </a:r>
            <a:r>
              <a:rPr lang="ru-RU" sz="3000" b="1" spc="-10" dirty="0">
                <a:latin typeface="Calibri"/>
                <a:cs typeface="Calibri"/>
              </a:rPr>
              <a:t>раза</a:t>
            </a:r>
            <a:endParaRPr lang="ru-RU" sz="3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75"/>
              </a:spcBef>
            </a:pPr>
            <a:endParaRPr lang="ru-RU" sz="3000" dirty="0">
              <a:latin typeface="Calibri"/>
              <a:cs typeface="Calibri"/>
            </a:endParaRPr>
          </a:p>
          <a:p>
            <a:pPr marL="14604">
              <a:lnSpc>
                <a:spcPct val="100000"/>
              </a:lnSpc>
            </a:pPr>
            <a:r>
              <a:rPr lang="ru-RU" sz="3000" b="1" dirty="0" err="1">
                <a:latin typeface="Calibri"/>
                <a:cs typeface="Calibri"/>
              </a:rPr>
              <a:t>Особливості</a:t>
            </a:r>
            <a:r>
              <a:rPr lang="ru-RU" sz="3000" b="1" dirty="0">
                <a:latin typeface="Calibri"/>
                <a:cs typeface="Calibri"/>
              </a:rPr>
              <a:t> :</a:t>
            </a:r>
          </a:p>
          <a:p>
            <a:pPr marL="14604">
              <a:lnSpc>
                <a:spcPct val="100000"/>
              </a:lnSpc>
            </a:pPr>
            <a:r>
              <a:rPr lang="ru-RU" sz="3000" b="1" spc="-130" dirty="0">
                <a:latin typeface="Calibri"/>
                <a:cs typeface="Calibri"/>
              </a:rPr>
              <a:t> РАПТОВЕ ВИНИКНЕННЯ</a:t>
            </a:r>
            <a:endParaRPr lang="ru-RU" sz="30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938068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5985" y="385115"/>
            <a:ext cx="4213147" cy="1289071"/>
          </a:xfrm>
          <a:prstGeom prst="rect">
            <a:avLst/>
          </a:prstGeom>
        </p:spPr>
        <p:txBody>
          <a:bodyPr vert="horz" wrap="square" lIns="0" tIns="115570" rIns="0" bIns="0" rtlCol="0">
            <a:spAutoFit/>
          </a:bodyPr>
          <a:lstStyle/>
          <a:p>
            <a:pPr marL="12700" marR="5080" algn="ctr">
              <a:lnSpc>
                <a:spcPts val="4490"/>
              </a:lnSpc>
              <a:spcBef>
                <a:spcPts val="910"/>
              </a:spcBef>
            </a:pPr>
            <a:r>
              <a:rPr sz="4800" b="1" spc="-30" dirty="0"/>
              <a:t>ACTIM®</a:t>
            </a:r>
            <a:r>
              <a:rPr sz="4800" b="1" spc="-204" dirty="0"/>
              <a:t> </a:t>
            </a:r>
            <a:r>
              <a:rPr sz="4800" b="1" spc="-10" dirty="0"/>
              <a:t>PROM:</a:t>
            </a:r>
            <a:r>
              <a:rPr sz="4800" b="1" spc="-10" dirty="0">
                <a:solidFill>
                  <a:srgbClr val="4CB7B7"/>
                </a:solidFill>
              </a:rPr>
              <a:t> </a:t>
            </a:r>
            <a:r>
              <a:rPr sz="4800" b="1" spc="-30" dirty="0">
                <a:solidFill>
                  <a:srgbClr val="4CB7B7"/>
                </a:solidFill>
              </a:rPr>
              <a:t>ПРИНЦИП</a:t>
            </a:r>
            <a:r>
              <a:rPr sz="4800" b="1" spc="-195" dirty="0">
                <a:solidFill>
                  <a:srgbClr val="4CB7B7"/>
                </a:solidFill>
              </a:rPr>
              <a:t> </a:t>
            </a:r>
            <a:r>
              <a:rPr sz="4800" b="1" spc="-60" dirty="0">
                <a:solidFill>
                  <a:srgbClr val="4CB7B7"/>
                </a:solidFill>
              </a:rPr>
              <a:t>ТЕСТ</a:t>
            </a:r>
            <a:r>
              <a:rPr lang="uk-UA" sz="4800" b="1" spc="-60" dirty="0">
                <a:solidFill>
                  <a:srgbClr val="4CB7B7"/>
                </a:solidFill>
              </a:rPr>
              <a:t>У</a:t>
            </a:r>
            <a:endParaRPr sz="4800" b="1" spc="-60" dirty="0">
              <a:solidFill>
                <a:srgbClr val="4CB7B7"/>
              </a:solidFill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3103" y="2831336"/>
            <a:ext cx="3804491" cy="3750942"/>
          </a:xfrm>
          <a:prstGeom prst="rect">
            <a:avLst/>
          </a:prstGeom>
        </p:spPr>
      </p:pic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33C67EFC-1438-4F30-B3A4-C6F4BDBEDD75}"/>
              </a:ext>
            </a:extLst>
          </p:cNvPr>
          <p:cNvSpPr/>
          <p:nvPr/>
        </p:nvSpPr>
        <p:spPr>
          <a:xfrm>
            <a:off x="6401028" y="762454"/>
            <a:ext cx="4630754" cy="1266826"/>
          </a:xfrm>
          <a:prstGeom prst="roundRect">
            <a:avLst/>
          </a:prstGeom>
          <a:solidFill>
            <a:srgbClr val="4CB7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spc="-10" dirty="0" err="1">
                <a:solidFill>
                  <a:schemeClr val="bg1"/>
                </a:solidFill>
                <a:cs typeface="Calibri"/>
              </a:rPr>
              <a:t>Визначає</a:t>
            </a:r>
            <a:r>
              <a:rPr lang="ru-RU" sz="2400" b="1" spc="-30" dirty="0">
                <a:solidFill>
                  <a:schemeClr val="bg1"/>
                </a:solidFill>
                <a:cs typeface="Calibri"/>
              </a:rPr>
              <a:t> </a:t>
            </a:r>
            <a:r>
              <a:rPr lang="ru-RU" sz="2400" b="1" spc="-10" dirty="0">
                <a:solidFill>
                  <a:schemeClr val="bg1"/>
                </a:solidFill>
                <a:cs typeface="Calibri"/>
              </a:rPr>
              <a:t>протеїн-</a:t>
            </a:r>
            <a:r>
              <a:rPr lang="ru-RU" sz="2400" b="1" dirty="0">
                <a:solidFill>
                  <a:schemeClr val="bg1"/>
                </a:solidFill>
                <a:cs typeface="Calibri"/>
              </a:rPr>
              <a:t>1,</a:t>
            </a:r>
            <a:r>
              <a:rPr lang="ru-RU" sz="2400" b="1" spc="-55" dirty="0">
                <a:solidFill>
                  <a:schemeClr val="bg1"/>
                </a:solidFill>
                <a:cs typeface="Calibri"/>
              </a:rPr>
              <a:t> </a:t>
            </a:r>
            <a:r>
              <a:rPr lang="ru-RU" sz="2400" b="1" spc="-10" dirty="0" err="1">
                <a:solidFill>
                  <a:schemeClr val="bg1"/>
                </a:solidFill>
                <a:cs typeface="Calibri"/>
              </a:rPr>
              <a:t>зв’язуючий</a:t>
            </a:r>
            <a:r>
              <a:rPr lang="ru-RU" sz="2400" b="1" spc="-10" dirty="0">
                <a:solidFill>
                  <a:schemeClr val="bg1"/>
                </a:solidFill>
                <a:cs typeface="Calibri"/>
              </a:rPr>
              <a:t> </a:t>
            </a:r>
            <a:r>
              <a:rPr lang="ru-RU" sz="2400" b="1" spc="-10" dirty="0" err="1">
                <a:solidFill>
                  <a:schemeClr val="bg1"/>
                </a:solidFill>
                <a:cs typeface="Calibri"/>
              </a:rPr>
              <a:t>інсуліноподібний</a:t>
            </a:r>
            <a:r>
              <a:rPr lang="ru-RU" sz="2400" b="1" spc="-10" dirty="0">
                <a:solidFill>
                  <a:schemeClr val="bg1"/>
                </a:solidFill>
                <a:cs typeface="Calibri"/>
              </a:rPr>
              <a:t> </a:t>
            </a:r>
            <a:r>
              <a:rPr lang="ru-RU" sz="2400" b="1" dirty="0">
                <a:solidFill>
                  <a:schemeClr val="bg1"/>
                </a:solidFill>
                <a:cs typeface="Calibri"/>
              </a:rPr>
              <a:t>фактор</a:t>
            </a:r>
            <a:r>
              <a:rPr lang="ru-RU" sz="2400" b="1" spc="5" dirty="0">
                <a:solidFill>
                  <a:schemeClr val="bg1"/>
                </a:solidFill>
                <a:cs typeface="Calibri"/>
              </a:rPr>
              <a:t> </a:t>
            </a:r>
            <a:r>
              <a:rPr lang="ru-RU" sz="2400" b="1" dirty="0">
                <a:solidFill>
                  <a:schemeClr val="bg1"/>
                </a:solidFill>
                <a:cs typeface="Calibri"/>
              </a:rPr>
              <a:t>росту</a:t>
            </a:r>
            <a:r>
              <a:rPr lang="ru-RU" sz="2400" b="1" spc="-15" dirty="0">
                <a:solidFill>
                  <a:schemeClr val="bg1"/>
                </a:solidFill>
                <a:cs typeface="Calibri"/>
              </a:rPr>
              <a:t> </a:t>
            </a:r>
            <a:r>
              <a:rPr lang="ru-RU" sz="2400" b="1" spc="-10" dirty="0">
                <a:solidFill>
                  <a:schemeClr val="bg1"/>
                </a:solidFill>
                <a:cs typeface="Calibri"/>
              </a:rPr>
              <a:t>(ПСІФР-</a:t>
            </a:r>
            <a:r>
              <a:rPr lang="ru-RU" sz="2400" b="1" spc="-25" dirty="0">
                <a:solidFill>
                  <a:schemeClr val="bg1"/>
                </a:solidFill>
                <a:cs typeface="Calibri"/>
              </a:rPr>
              <a:t>1)</a:t>
            </a:r>
          </a:p>
          <a:p>
            <a:pPr algn="ctr"/>
            <a:endParaRPr lang="uk-UA" dirty="0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B06392B5-19C7-47F0-8090-47005F5A9BD2}"/>
              </a:ext>
            </a:extLst>
          </p:cNvPr>
          <p:cNvSpPr/>
          <p:nvPr/>
        </p:nvSpPr>
        <p:spPr>
          <a:xfrm>
            <a:off x="4716250" y="2223974"/>
            <a:ext cx="5132021" cy="1214723"/>
          </a:xfrm>
          <a:prstGeom prst="roundRect">
            <a:avLst/>
          </a:prstGeom>
          <a:solidFill>
            <a:srgbClr val="4CB7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sz="2400" b="1" spc="-20" dirty="0">
                <a:solidFill>
                  <a:schemeClr val="bg1"/>
                </a:solidFill>
                <a:cs typeface="Calibri"/>
              </a:rPr>
              <a:t>ПСІФР-</a:t>
            </a:r>
            <a:r>
              <a:rPr lang="uk-UA" sz="2400" b="1" dirty="0">
                <a:solidFill>
                  <a:schemeClr val="bg1"/>
                </a:solidFill>
                <a:cs typeface="Calibri"/>
              </a:rPr>
              <a:t>1</a:t>
            </a:r>
            <a:r>
              <a:rPr lang="uk-UA" sz="2400" b="1" spc="15" dirty="0">
                <a:solidFill>
                  <a:schemeClr val="bg1"/>
                </a:solidFill>
                <a:cs typeface="Calibri"/>
              </a:rPr>
              <a:t> </a:t>
            </a:r>
            <a:r>
              <a:rPr lang="uk-UA" sz="2400" b="1" dirty="0">
                <a:solidFill>
                  <a:schemeClr val="bg1"/>
                </a:solidFill>
                <a:cs typeface="Calibri"/>
              </a:rPr>
              <a:t>–</a:t>
            </a:r>
            <a:r>
              <a:rPr lang="uk-UA" sz="2400" b="1" spc="20" dirty="0">
                <a:solidFill>
                  <a:schemeClr val="bg1"/>
                </a:solidFill>
                <a:cs typeface="Calibri"/>
              </a:rPr>
              <a:t> </a:t>
            </a:r>
            <a:r>
              <a:rPr lang="uk-UA" sz="2400" b="1" spc="-10" dirty="0">
                <a:solidFill>
                  <a:schemeClr val="bg1"/>
                </a:solidFill>
                <a:cs typeface="Calibri"/>
              </a:rPr>
              <a:t>виробляється </a:t>
            </a:r>
            <a:r>
              <a:rPr lang="uk-UA" sz="2400" b="1" spc="-10" dirty="0" err="1">
                <a:solidFill>
                  <a:schemeClr val="bg1"/>
                </a:solidFill>
                <a:cs typeface="Calibri"/>
              </a:rPr>
              <a:t>децидуальними</a:t>
            </a:r>
            <a:r>
              <a:rPr lang="uk-UA" sz="2400" b="1" spc="-15" dirty="0">
                <a:solidFill>
                  <a:schemeClr val="bg1"/>
                </a:solidFill>
                <a:cs typeface="Calibri"/>
              </a:rPr>
              <a:t> </a:t>
            </a:r>
            <a:r>
              <a:rPr lang="uk-UA" sz="2400" b="1" spc="-10" dirty="0">
                <a:solidFill>
                  <a:schemeClr val="bg1"/>
                </a:solidFill>
                <a:cs typeface="Calibri"/>
              </a:rPr>
              <a:t>клітинами</a:t>
            </a:r>
          </a:p>
          <a:p>
            <a:pPr algn="ctr"/>
            <a:endParaRPr lang="uk-UA" dirty="0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BB05220F-BF58-4AC2-9A6B-5C3B7D607FDD}"/>
              </a:ext>
            </a:extLst>
          </p:cNvPr>
          <p:cNvSpPr/>
          <p:nvPr/>
        </p:nvSpPr>
        <p:spPr>
          <a:xfrm>
            <a:off x="6401028" y="3633390"/>
            <a:ext cx="4630754" cy="1021849"/>
          </a:xfrm>
          <a:prstGeom prst="roundRect">
            <a:avLst/>
          </a:prstGeom>
          <a:solidFill>
            <a:srgbClr val="4CB7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spc="-20" dirty="0">
                <a:solidFill>
                  <a:schemeClr val="bg1"/>
                </a:solidFill>
                <a:cs typeface="Calibri"/>
              </a:rPr>
              <a:t>ПСІФР-</a:t>
            </a:r>
            <a:r>
              <a:rPr lang="ru-RU" sz="2400" b="1" dirty="0">
                <a:solidFill>
                  <a:schemeClr val="bg1"/>
                </a:solidFill>
                <a:cs typeface="Calibri"/>
              </a:rPr>
              <a:t>1</a:t>
            </a:r>
            <a:r>
              <a:rPr lang="ru-RU" sz="2400" b="1" spc="-15" dirty="0">
                <a:solidFill>
                  <a:schemeClr val="bg1"/>
                </a:solidFill>
                <a:cs typeface="Calibri"/>
              </a:rPr>
              <a:t> </a:t>
            </a:r>
            <a:r>
              <a:rPr lang="ru-RU" sz="2400" b="1" spc="-15" dirty="0" err="1">
                <a:solidFill>
                  <a:schemeClr val="bg1"/>
                </a:solidFill>
                <a:cs typeface="Calibri"/>
              </a:rPr>
              <a:t>міститься</a:t>
            </a:r>
            <a:r>
              <a:rPr lang="ru-RU" sz="2400" b="1" spc="-15" dirty="0">
                <a:solidFill>
                  <a:schemeClr val="bg1"/>
                </a:solidFill>
                <a:cs typeface="Calibri"/>
              </a:rPr>
              <a:t> в </a:t>
            </a:r>
            <a:r>
              <a:rPr lang="ru-RU" sz="2400" b="1" spc="-15" dirty="0" err="1">
                <a:solidFill>
                  <a:schemeClr val="bg1"/>
                </a:solidFill>
                <a:cs typeface="Calibri"/>
              </a:rPr>
              <a:t>амніотичній</a:t>
            </a:r>
            <a:r>
              <a:rPr lang="ru-RU" sz="2400" b="1" spc="-15" dirty="0">
                <a:solidFill>
                  <a:schemeClr val="bg1"/>
                </a:solidFill>
                <a:cs typeface="Calibri"/>
              </a:rPr>
              <a:t> </a:t>
            </a:r>
            <a:r>
              <a:rPr lang="ru-RU" sz="2400" b="1" spc="-15" dirty="0" err="1">
                <a:solidFill>
                  <a:schemeClr val="bg1"/>
                </a:solidFill>
                <a:cs typeface="Calibri"/>
              </a:rPr>
              <a:t>рідині</a:t>
            </a:r>
            <a:endParaRPr lang="ru-RU" sz="2400" b="1" spc="-15" dirty="0">
              <a:solidFill>
                <a:schemeClr val="bg1"/>
              </a:solidFill>
              <a:cs typeface="Calibri"/>
            </a:endParaRPr>
          </a:p>
          <a:p>
            <a:pPr algn="ctr"/>
            <a:endParaRPr lang="uk-UA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112E1BEA-29D6-43CF-9C52-83E8E666028C}"/>
              </a:ext>
            </a:extLst>
          </p:cNvPr>
          <p:cNvSpPr/>
          <p:nvPr/>
        </p:nvSpPr>
        <p:spPr>
          <a:xfrm>
            <a:off x="4716250" y="4849933"/>
            <a:ext cx="5132021" cy="1732345"/>
          </a:xfrm>
          <a:prstGeom prst="roundRect">
            <a:avLst/>
          </a:prstGeom>
          <a:solidFill>
            <a:srgbClr val="4CB7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3020" marR="499109" algn="ctr">
              <a:spcBef>
                <a:spcPts val="1390"/>
              </a:spcBef>
              <a:buClr>
                <a:srgbClr val="1CACE3"/>
              </a:buClr>
              <a:buSzPct val="95000"/>
              <a:tabLst>
                <a:tab pos="128905" algn="l"/>
                <a:tab pos="238125" algn="l"/>
              </a:tabLst>
            </a:pPr>
            <a:r>
              <a:rPr lang="ru-RU" sz="2400" b="1" dirty="0">
                <a:solidFill>
                  <a:schemeClr val="bg1"/>
                </a:solidFill>
                <a:cs typeface="Calibri"/>
              </a:rPr>
              <a:t>При</a:t>
            </a:r>
            <a:r>
              <a:rPr lang="ru-RU" sz="2400" b="1" spc="-60" dirty="0">
                <a:solidFill>
                  <a:schemeClr val="bg1"/>
                </a:solidFill>
                <a:cs typeface="Calibri"/>
              </a:rPr>
              <a:t> </a:t>
            </a:r>
            <a:r>
              <a:rPr lang="ru-RU" sz="2400" b="1" dirty="0" err="1">
                <a:solidFill>
                  <a:schemeClr val="bg1"/>
                </a:solidFill>
                <a:cs typeface="Calibri"/>
              </a:rPr>
              <a:t>розриві</a:t>
            </a:r>
            <a:r>
              <a:rPr lang="ru-RU" sz="2400" b="1" spc="-50" dirty="0">
                <a:solidFill>
                  <a:schemeClr val="bg1"/>
                </a:solidFill>
                <a:cs typeface="Calibri"/>
              </a:rPr>
              <a:t> </a:t>
            </a:r>
            <a:r>
              <a:rPr lang="ru-RU" sz="2400" b="1" spc="-10" dirty="0" err="1">
                <a:solidFill>
                  <a:schemeClr val="bg1"/>
                </a:solidFill>
                <a:cs typeface="Calibri"/>
              </a:rPr>
              <a:t>навколоплідних</a:t>
            </a:r>
            <a:r>
              <a:rPr lang="ru-RU" sz="2400" b="1" spc="-50" dirty="0">
                <a:solidFill>
                  <a:schemeClr val="bg1"/>
                </a:solidFill>
                <a:cs typeface="Calibri"/>
              </a:rPr>
              <a:t> </a:t>
            </a:r>
            <a:r>
              <a:rPr lang="ru-RU" sz="2400" b="1" spc="-10" dirty="0" err="1">
                <a:solidFill>
                  <a:schemeClr val="bg1"/>
                </a:solidFill>
                <a:cs typeface="Calibri"/>
              </a:rPr>
              <a:t>оболонок</a:t>
            </a:r>
            <a:r>
              <a:rPr lang="ru-RU" sz="2400" b="1" spc="-10" dirty="0">
                <a:solidFill>
                  <a:schemeClr val="bg1"/>
                </a:solidFill>
                <a:cs typeface="Calibri"/>
              </a:rPr>
              <a:t> </a:t>
            </a:r>
            <a:r>
              <a:rPr lang="ru-RU" sz="2400" b="1" spc="-20" dirty="0">
                <a:solidFill>
                  <a:schemeClr val="bg1"/>
                </a:solidFill>
                <a:cs typeface="Calibri"/>
              </a:rPr>
              <a:t>ПСІФР-</a:t>
            </a:r>
            <a:r>
              <a:rPr lang="ru-RU" sz="2400" b="1" dirty="0">
                <a:solidFill>
                  <a:schemeClr val="bg1"/>
                </a:solidFill>
                <a:cs typeface="Calibri"/>
              </a:rPr>
              <a:t>1</a:t>
            </a:r>
            <a:r>
              <a:rPr lang="ru-RU" sz="2400" b="1" spc="-30" dirty="0">
                <a:solidFill>
                  <a:schemeClr val="bg1"/>
                </a:solidFill>
                <a:cs typeface="Calibri"/>
              </a:rPr>
              <a:t> </a:t>
            </a:r>
            <a:r>
              <a:rPr lang="ru-RU" sz="2400" b="1" dirty="0" err="1">
                <a:solidFill>
                  <a:schemeClr val="bg1"/>
                </a:solidFill>
                <a:cs typeface="Calibri"/>
              </a:rPr>
              <a:t>потрапляє</a:t>
            </a:r>
            <a:r>
              <a:rPr lang="ru-RU" sz="2400" b="1" dirty="0">
                <a:solidFill>
                  <a:schemeClr val="bg1"/>
                </a:solidFill>
                <a:cs typeface="Calibri"/>
              </a:rPr>
              <a:t> в </a:t>
            </a:r>
            <a:r>
              <a:rPr lang="ru-RU" sz="2400" b="1" spc="-45" dirty="0">
                <a:solidFill>
                  <a:schemeClr val="bg1"/>
                </a:solidFill>
                <a:cs typeface="Calibri"/>
              </a:rPr>
              <a:t> </a:t>
            </a:r>
            <a:r>
              <a:rPr lang="ru-RU" sz="2400" b="1" spc="-45" dirty="0" err="1">
                <a:solidFill>
                  <a:schemeClr val="bg1"/>
                </a:solidFill>
                <a:cs typeface="Calibri"/>
              </a:rPr>
              <a:t>піхву</a:t>
            </a:r>
            <a:r>
              <a:rPr lang="ru-RU" sz="2400" b="1" spc="-45" dirty="0">
                <a:solidFill>
                  <a:schemeClr val="bg1"/>
                </a:solidFill>
                <a:cs typeface="Calibri"/>
              </a:rPr>
              <a:t>, </a:t>
            </a:r>
            <a:r>
              <a:rPr lang="ru-RU" sz="2400" b="1" spc="-20" dirty="0">
                <a:solidFill>
                  <a:schemeClr val="bg1"/>
                </a:solidFill>
                <a:cs typeface="Calibri"/>
              </a:rPr>
              <a:t>де</a:t>
            </a:r>
            <a:r>
              <a:rPr lang="ru-RU" sz="2400" b="1" spc="-35" dirty="0">
                <a:solidFill>
                  <a:schemeClr val="bg1"/>
                </a:solidFill>
                <a:cs typeface="Calibri"/>
              </a:rPr>
              <a:t> </a:t>
            </a:r>
            <a:r>
              <a:rPr lang="ru-RU" sz="2400" b="1" spc="-25" dirty="0" err="1">
                <a:solidFill>
                  <a:schemeClr val="bg1"/>
                </a:solidFill>
                <a:cs typeface="Calibri"/>
              </a:rPr>
              <a:t>його</a:t>
            </a:r>
            <a:r>
              <a:rPr lang="ru-RU" sz="2400" b="1" spc="-25" dirty="0">
                <a:solidFill>
                  <a:schemeClr val="bg1"/>
                </a:solidFill>
                <a:cs typeface="Calibri"/>
              </a:rPr>
              <a:t> </a:t>
            </a:r>
            <a:r>
              <a:rPr lang="ru-RU" sz="2400" b="1" dirty="0" err="1">
                <a:solidFill>
                  <a:schemeClr val="bg1"/>
                </a:solidFill>
                <a:cs typeface="Calibri"/>
              </a:rPr>
              <a:t>можна</a:t>
            </a:r>
            <a:r>
              <a:rPr lang="ru-RU" sz="2400" b="1" spc="-50" dirty="0">
                <a:solidFill>
                  <a:schemeClr val="bg1"/>
                </a:solidFill>
                <a:cs typeface="Calibri"/>
              </a:rPr>
              <a:t> </a:t>
            </a:r>
            <a:r>
              <a:rPr lang="ru-RU" sz="2400" b="1" spc="-10" dirty="0" err="1">
                <a:solidFill>
                  <a:schemeClr val="bg1"/>
                </a:solidFill>
                <a:cs typeface="Calibri"/>
              </a:rPr>
              <a:t>визначити</a:t>
            </a:r>
            <a:r>
              <a:rPr lang="ru-RU" sz="2400" b="1" spc="-65" dirty="0">
                <a:solidFill>
                  <a:schemeClr val="bg1"/>
                </a:solidFill>
                <a:cs typeface="Calibri"/>
              </a:rPr>
              <a:t> </a:t>
            </a:r>
            <a:r>
              <a:rPr lang="ru-RU" sz="2400" b="1" dirty="0">
                <a:solidFill>
                  <a:schemeClr val="bg1"/>
                </a:solidFill>
                <a:cs typeface="Calibri"/>
              </a:rPr>
              <a:t>тестом</a:t>
            </a:r>
            <a:r>
              <a:rPr lang="ru-RU" sz="2400" b="1" spc="-55" dirty="0">
                <a:solidFill>
                  <a:schemeClr val="bg1"/>
                </a:solidFill>
                <a:cs typeface="Calibri"/>
              </a:rPr>
              <a:t> </a:t>
            </a:r>
            <a:r>
              <a:rPr lang="ru-RU" sz="2400" b="1" dirty="0">
                <a:solidFill>
                  <a:schemeClr val="bg1"/>
                </a:solidFill>
                <a:cs typeface="Calibri"/>
              </a:rPr>
              <a:t>ACTIM</a:t>
            </a:r>
            <a:r>
              <a:rPr lang="ru-RU" sz="2400" b="1" baseline="25641" dirty="0">
                <a:solidFill>
                  <a:schemeClr val="bg1"/>
                </a:solidFill>
                <a:cs typeface="Calibri"/>
              </a:rPr>
              <a:t>®</a:t>
            </a:r>
            <a:r>
              <a:rPr lang="ru-RU" sz="2400" b="1" spc="150" baseline="25641" dirty="0">
                <a:solidFill>
                  <a:schemeClr val="bg1"/>
                </a:solidFill>
                <a:cs typeface="Calibri"/>
              </a:rPr>
              <a:t> </a:t>
            </a:r>
            <a:r>
              <a:rPr lang="ru-RU" sz="2400" b="1" spc="-20" dirty="0">
                <a:solidFill>
                  <a:schemeClr val="bg1"/>
                </a:solidFill>
                <a:cs typeface="Calibri"/>
              </a:rPr>
              <a:t>PROM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B93C1F9-2AF4-4959-A65A-97684B462B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8760" y="5932583"/>
            <a:ext cx="1934089" cy="92541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6211696-7A3B-48C7-98C5-0A964128D8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0"/>
            <a:ext cx="6096000" cy="6866896"/>
          </a:xfrm>
          <a:prstGeom prst="rect">
            <a:avLst/>
          </a:prstGeom>
        </p:spPr>
      </p:pic>
      <p:graphicFrame>
        <p:nvGraphicFramePr>
          <p:cNvPr id="7" name="object 3">
            <a:extLst>
              <a:ext uri="{FF2B5EF4-FFF2-40B4-BE49-F238E27FC236}">
                <a16:creationId xmlns:a16="http://schemas.microsoft.com/office/drawing/2014/main" id="{FC255753-2DAA-43A5-BC3B-77D84DE6DD33}"/>
              </a:ext>
            </a:extLst>
          </p:cNvPr>
          <p:cNvGraphicFramePr>
            <a:graphicFrameLocks noGrp="1"/>
          </p:cNvGraphicFramePr>
          <p:nvPr/>
        </p:nvGraphicFramePr>
        <p:xfrm>
          <a:off x="320774" y="5475385"/>
          <a:ext cx="5441048" cy="11788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814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596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29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9B1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ACTIM</a:t>
                      </a:r>
                      <a:r>
                        <a:rPr sz="2000" b="1" baseline="25462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®</a:t>
                      </a:r>
                      <a:r>
                        <a:rPr sz="2000" b="1" spc="135" baseline="25462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PROM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9B1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293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lang="uk-UA" sz="1800" b="1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Чутливість</a:t>
                      </a:r>
                      <a:endParaRPr sz="1800" b="1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9B1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86-</a:t>
                      </a:r>
                      <a:r>
                        <a:rPr sz="1800" b="1" spc="-20" dirty="0">
                          <a:latin typeface="Calibri"/>
                          <a:cs typeface="Calibri"/>
                        </a:rPr>
                        <a:t>100%</a:t>
                      </a:r>
                      <a:endParaRPr sz="1800" b="1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9B1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293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lang="uk-UA" sz="1800" b="1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Специфічність</a:t>
                      </a:r>
                      <a:endParaRPr sz="1800" b="1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9B1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74-</a:t>
                      </a:r>
                      <a:r>
                        <a:rPr sz="1800" b="1" spc="-20" dirty="0">
                          <a:latin typeface="Calibri"/>
                          <a:cs typeface="Calibri"/>
                        </a:rPr>
                        <a:t>100%</a:t>
                      </a:r>
                      <a:endParaRPr sz="1800" b="1" dirty="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9B1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object 2">
            <a:extLst>
              <a:ext uri="{FF2B5EF4-FFF2-40B4-BE49-F238E27FC236}">
                <a16:creationId xmlns:a16="http://schemas.microsoft.com/office/drawing/2014/main" id="{03F43AF5-61F4-4E1B-A1BA-16DAD2E804D6}"/>
              </a:ext>
            </a:extLst>
          </p:cNvPr>
          <p:cNvSpPr txBox="1">
            <a:spLocks/>
          </p:cNvSpPr>
          <p:nvPr/>
        </p:nvSpPr>
        <p:spPr>
          <a:xfrm>
            <a:off x="118400" y="488510"/>
            <a:ext cx="5643422" cy="844462"/>
          </a:xfrm>
          <a:prstGeom prst="rect">
            <a:avLst/>
          </a:prstGeom>
        </p:spPr>
        <p:txBody>
          <a:bodyPr vert="horz" wrap="square" lIns="0" tIns="13335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5400" b="1" spc="-30" dirty="0"/>
              <a:t>ACTIM®</a:t>
            </a:r>
            <a:r>
              <a:rPr lang="en-US" sz="5400" b="1" spc="-204" dirty="0"/>
              <a:t> </a:t>
            </a:r>
            <a:r>
              <a:rPr lang="en-US" sz="5400" b="1" spc="-40" dirty="0"/>
              <a:t>PROM</a:t>
            </a:r>
          </a:p>
        </p:txBody>
      </p:sp>
      <p:sp>
        <p:nvSpPr>
          <p:cNvPr id="11" name="object 4">
            <a:extLst>
              <a:ext uri="{FF2B5EF4-FFF2-40B4-BE49-F238E27FC236}">
                <a16:creationId xmlns:a16="http://schemas.microsoft.com/office/drawing/2014/main" id="{AC4B522A-CE6B-42FB-9556-EDD5DE12D206}"/>
              </a:ext>
            </a:extLst>
          </p:cNvPr>
          <p:cNvSpPr txBox="1"/>
          <p:nvPr/>
        </p:nvSpPr>
        <p:spPr>
          <a:xfrm>
            <a:off x="445830" y="1994312"/>
            <a:ext cx="5643422" cy="2438488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213360" indent="-205104">
              <a:lnSpc>
                <a:spcPct val="100000"/>
              </a:lnSpc>
              <a:spcBef>
                <a:spcPts val="1130"/>
              </a:spcBef>
              <a:buClr>
                <a:srgbClr val="1CACE3"/>
              </a:buClr>
              <a:buSzPct val="95000"/>
              <a:buFont typeface="Wingdings"/>
              <a:buChar char=""/>
              <a:tabLst>
                <a:tab pos="213360" algn="l"/>
              </a:tabLst>
            </a:pPr>
            <a:r>
              <a:rPr sz="2800" b="1" dirty="0" err="1">
                <a:solidFill>
                  <a:srgbClr val="404040"/>
                </a:solidFill>
                <a:latin typeface="Calibri"/>
                <a:cs typeface="Calibri"/>
              </a:rPr>
              <a:t>Порогов</a:t>
            </a:r>
            <a:r>
              <a:rPr lang="uk-UA" sz="2800" b="1" dirty="0">
                <a:solidFill>
                  <a:srgbClr val="404040"/>
                </a:solidFill>
                <a:latin typeface="Calibri"/>
                <a:cs typeface="Calibri"/>
              </a:rPr>
              <a:t>и</a:t>
            </a:r>
            <a:r>
              <a:rPr sz="2800" b="1" dirty="0">
                <a:solidFill>
                  <a:srgbClr val="404040"/>
                </a:solidFill>
                <a:latin typeface="Calibri"/>
                <a:cs typeface="Calibri"/>
              </a:rPr>
              <a:t>й</a:t>
            </a:r>
            <a:r>
              <a:rPr sz="2800" b="1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uk-UA" sz="2800" b="1" spc="-70" dirty="0">
                <a:solidFill>
                  <a:srgbClr val="404040"/>
                </a:solidFill>
                <a:latin typeface="Calibri"/>
                <a:cs typeface="Calibri"/>
              </a:rPr>
              <a:t>рівень</a:t>
            </a:r>
            <a:r>
              <a:rPr sz="2800" b="1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404040"/>
                </a:solidFill>
                <a:latin typeface="Calibri"/>
                <a:cs typeface="Calibri"/>
              </a:rPr>
              <a:t>–</a:t>
            </a:r>
            <a:r>
              <a:rPr sz="28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404040"/>
                </a:solidFill>
                <a:latin typeface="Calibri"/>
                <a:cs typeface="Calibri"/>
              </a:rPr>
              <a:t>25</a:t>
            </a:r>
            <a:r>
              <a:rPr sz="28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404040"/>
                </a:solidFill>
                <a:latin typeface="Calibri"/>
                <a:cs typeface="Calibri"/>
              </a:rPr>
              <a:t>мкг/л</a:t>
            </a:r>
            <a:endParaRPr sz="2800" dirty="0">
              <a:latin typeface="Calibri"/>
              <a:cs typeface="Calibri"/>
            </a:endParaRPr>
          </a:p>
          <a:p>
            <a:pPr marL="213360" indent="-205104">
              <a:lnSpc>
                <a:spcPct val="100000"/>
              </a:lnSpc>
              <a:spcBef>
                <a:spcPts val="1155"/>
              </a:spcBef>
              <a:buClr>
                <a:srgbClr val="1CACE3"/>
              </a:buClr>
              <a:buSzPct val="95000"/>
              <a:buFont typeface="Wingdings"/>
              <a:buChar char=""/>
              <a:tabLst>
                <a:tab pos="213360" algn="l"/>
              </a:tabLst>
            </a:pPr>
            <a:r>
              <a:rPr sz="2800" b="1" spc="-10" dirty="0">
                <a:solidFill>
                  <a:srgbClr val="404040"/>
                </a:solidFill>
                <a:latin typeface="Calibri"/>
                <a:cs typeface="Calibri"/>
              </a:rPr>
              <a:t>Б</a:t>
            </a:r>
            <a:r>
              <a:rPr lang="uk-UA" sz="2800" b="1" spc="-10" dirty="0">
                <a:solidFill>
                  <a:srgbClr val="404040"/>
                </a:solidFill>
                <a:latin typeface="Calibri"/>
                <a:cs typeface="Calibri"/>
              </a:rPr>
              <a:t>і</a:t>
            </a:r>
            <a:r>
              <a:rPr sz="2800" b="1" spc="-10" dirty="0" err="1">
                <a:solidFill>
                  <a:srgbClr val="404040"/>
                </a:solidFill>
                <a:latin typeface="Calibri"/>
                <a:cs typeface="Calibri"/>
              </a:rPr>
              <a:t>оматер</a:t>
            </a:r>
            <a:r>
              <a:rPr lang="uk-UA" sz="2800" b="1" spc="-10" dirty="0">
                <a:solidFill>
                  <a:srgbClr val="404040"/>
                </a:solidFill>
                <a:latin typeface="Calibri"/>
                <a:cs typeface="Calibri"/>
              </a:rPr>
              <a:t>і</a:t>
            </a:r>
            <a:r>
              <a:rPr sz="2800" b="1" spc="-10" dirty="0" err="1">
                <a:solidFill>
                  <a:srgbClr val="404040"/>
                </a:solidFill>
                <a:latin typeface="Calibri"/>
                <a:cs typeface="Calibri"/>
              </a:rPr>
              <a:t>ал</a:t>
            </a:r>
            <a:r>
              <a:rPr sz="2800" spc="-10" dirty="0">
                <a:solidFill>
                  <a:srgbClr val="404040"/>
                </a:solidFill>
                <a:latin typeface="Calibri"/>
                <a:cs typeface="Calibri"/>
              </a:rPr>
              <a:t>:</a:t>
            </a:r>
            <a:r>
              <a:rPr sz="28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800" dirty="0" err="1">
                <a:solidFill>
                  <a:srgbClr val="404040"/>
                </a:solidFill>
                <a:latin typeface="Calibri"/>
                <a:cs typeface="Calibri"/>
              </a:rPr>
              <a:t>ваг</a:t>
            </a:r>
            <a:r>
              <a:rPr lang="uk-UA" sz="2800" dirty="0">
                <a:solidFill>
                  <a:srgbClr val="404040"/>
                </a:solidFill>
                <a:latin typeface="Calibri"/>
                <a:cs typeface="Calibri"/>
              </a:rPr>
              <a:t>і</a:t>
            </a:r>
            <a:r>
              <a:rPr sz="2800" dirty="0" err="1">
                <a:solidFill>
                  <a:srgbClr val="404040"/>
                </a:solidFill>
                <a:latin typeface="Calibri"/>
                <a:cs typeface="Calibri"/>
              </a:rPr>
              <a:t>нальн</a:t>
            </a:r>
            <a:r>
              <a:rPr lang="uk-UA" sz="2800" dirty="0">
                <a:solidFill>
                  <a:srgbClr val="404040"/>
                </a:solidFill>
                <a:latin typeface="Calibri"/>
                <a:cs typeface="Calibri"/>
              </a:rPr>
              <a:t>и</a:t>
            </a:r>
            <a:r>
              <a:rPr sz="2800" dirty="0">
                <a:solidFill>
                  <a:srgbClr val="404040"/>
                </a:solidFill>
                <a:latin typeface="Calibri"/>
                <a:cs typeface="Calibri"/>
              </a:rPr>
              <a:t>й</a:t>
            </a:r>
            <a:r>
              <a:rPr sz="28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404040"/>
                </a:solidFill>
                <a:latin typeface="Calibri"/>
                <a:cs typeface="Calibri"/>
              </a:rPr>
              <a:t>секрет</a:t>
            </a:r>
            <a:endParaRPr sz="2800" dirty="0">
              <a:latin typeface="Calibri"/>
              <a:cs typeface="Calibri"/>
            </a:endParaRPr>
          </a:p>
          <a:p>
            <a:pPr marL="213360" indent="-205104">
              <a:lnSpc>
                <a:spcPct val="100000"/>
              </a:lnSpc>
              <a:spcBef>
                <a:spcPts val="1160"/>
              </a:spcBef>
              <a:buClr>
                <a:srgbClr val="1CACE3"/>
              </a:buClr>
              <a:buSzPct val="95000"/>
              <a:buFont typeface="Wingdings"/>
              <a:buChar char=""/>
              <a:tabLst>
                <a:tab pos="213360" algn="l"/>
              </a:tabLst>
            </a:pPr>
            <a:r>
              <a:rPr sz="2800" b="1" spc="-25" dirty="0">
                <a:solidFill>
                  <a:srgbClr val="404040"/>
                </a:solidFill>
                <a:latin typeface="Calibri"/>
                <a:cs typeface="Calibri"/>
              </a:rPr>
              <a:t>Результат</a:t>
            </a:r>
            <a:r>
              <a:rPr sz="2800" spc="-25" dirty="0">
                <a:solidFill>
                  <a:srgbClr val="404040"/>
                </a:solidFill>
                <a:latin typeface="Calibri"/>
                <a:cs typeface="Calibri"/>
              </a:rPr>
              <a:t>:</a:t>
            </a:r>
            <a:r>
              <a:rPr sz="28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800" dirty="0" err="1">
                <a:solidFill>
                  <a:srgbClr val="404040"/>
                </a:solidFill>
                <a:latin typeface="Calibri"/>
                <a:cs typeface="Calibri"/>
              </a:rPr>
              <a:t>через</a:t>
            </a:r>
            <a:r>
              <a:rPr sz="28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404040"/>
                </a:solidFill>
                <a:latin typeface="Calibri"/>
                <a:cs typeface="Calibri"/>
              </a:rPr>
              <a:t>5</a:t>
            </a:r>
            <a:r>
              <a:rPr lang="uk-UA" sz="2800" spc="-25" dirty="0">
                <a:solidFill>
                  <a:srgbClr val="404040"/>
                </a:solidFill>
                <a:latin typeface="Calibri"/>
                <a:cs typeface="Calibri"/>
              </a:rPr>
              <a:t> хв</a:t>
            </a:r>
            <a:r>
              <a:rPr sz="2800" spc="-20" dirty="0">
                <a:solidFill>
                  <a:srgbClr val="404040"/>
                </a:solidFill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25"/>
              </a:spcBef>
            </a:pPr>
            <a:endParaRPr sz="2000" dirty="0">
              <a:latin typeface="Calibri"/>
              <a:cs typeface="Calibri"/>
            </a:endParaRPr>
          </a:p>
          <a:p>
            <a:pPr marL="1094740">
              <a:lnSpc>
                <a:spcPct val="100000"/>
              </a:lnSpc>
            </a:pPr>
            <a:endParaRPr sz="18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773873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131A25D-D8E5-4135-8335-ACF854861283}"/>
              </a:ext>
            </a:extLst>
          </p:cNvPr>
          <p:cNvSpPr/>
          <p:nvPr/>
        </p:nvSpPr>
        <p:spPr>
          <a:xfrm>
            <a:off x="0" y="6147852"/>
            <a:ext cx="12192000" cy="178750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dirty="0"/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B2DF1B08-201E-4719-976A-E27311FCC9DE}"/>
              </a:ext>
            </a:extLst>
          </p:cNvPr>
          <p:cNvSpPr/>
          <p:nvPr/>
        </p:nvSpPr>
        <p:spPr>
          <a:xfrm>
            <a:off x="8681291" y="-481988"/>
            <a:ext cx="5971142" cy="6420080"/>
          </a:xfrm>
          <a:prstGeom prst="ellipse">
            <a:avLst/>
          </a:prstGeom>
          <a:solidFill>
            <a:srgbClr val="4DB9B9"/>
          </a:solidFill>
          <a:ln>
            <a:solidFill>
              <a:srgbClr val="4DB9B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E29C83-42F4-4C5A-8B15-00727E3A8977}"/>
              </a:ext>
            </a:extLst>
          </p:cNvPr>
          <p:cNvSpPr txBox="1"/>
          <p:nvPr/>
        </p:nvSpPr>
        <p:spPr>
          <a:xfrm>
            <a:off x="2710149" y="3786722"/>
            <a:ext cx="6048260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uk-UA" sz="2800" dirty="0"/>
          </a:p>
          <a:p>
            <a:pPr algn="ctr"/>
            <a:r>
              <a:rPr lang="ru-RU" sz="2400" dirty="0" err="1">
                <a:cs typeface="Calibri"/>
              </a:rPr>
              <a:t>Якщо</a:t>
            </a:r>
            <a:r>
              <a:rPr lang="ru-RU" sz="2400" dirty="0">
                <a:cs typeface="Calibri"/>
              </a:rPr>
              <a:t> </a:t>
            </a:r>
            <a:r>
              <a:rPr lang="ru-RU" sz="2400" dirty="0" err="1">
                <a:cs typeface="Calibri"/>
              </a:rPr>
              <a:t>підтікання</a:t>
            </a:r>
            <a:r>
              <a:rPr lang="ru-RU" sz="2400" dirty="0">
                <a:cs typeface="Calibri"/>
              </a:rPr>
              <a:t> </a:t>
            </a:r>
            <a:r>
              <a:rPr lang="ru-RU" sz="2400" dirty="0" err="1">
                <a:cs typeface="Calibri"/>
              </a:rPr>
              <a:t>навколоплідних</a:t>
            </a:r>
            <a:r>
              <a:rPr lang="ru-RU" sz="2400" dirty="0">
                <a:cs typeface="Calibri"/>
              </a:rPr>
              <a:t> вод </a:t>
            </a:r>
            <a:r>
              <a:rPr lang="ru-RU" sz="2400" dirty="0" err="1">
                <a:cs typeface="Calibri"/>
              </a:rPr>
              <a:t>припинилося</a:t>
            </a:r>
            <a:r>
              <a:rPr lang="ru-RU" sz="2400" dirty="0">
                <a:cs typeface="Calibri"/>
              </a:rPr>
              <a:t> </a:t>
            </a:r>
            <a:r>
              <a:rPr lang="ru-RU" sz="2400" dirty="0" err="1">
                <a:cs typeface="Calibri"/>
              </a:rPr>
              <a:t>більше</a:t>
            </a:r>
            <a:r>
              <a:rPr lang="ru-RU" sz="2400" dirty="0">
                <a:cs typeface="Calibri"/>
              </a:rPr>
              <a:t> 12 годин до забору </a:t>
            </a:r>
            <a:r>
              <a:rPr lang="ru-RU" sz="2400" dirty="0" err="1">
                <a:cs typeface="Calibri"/>
              </a:rPr>
              <a:t>зразка</a:t>
            </a:r>
            <a:r>
              <a:rPr lang="ru-RU" sz="2400" dirty="0">
                <a:cs typeface="Calibri"/>
              </a:rPr>
              <a:t> – тест </a:t>
            </a:r>
            <a:r>
              <a:rPr lang="ru-RU" sz="2400" dirty="0" err="1">
                <a:cs typeface="Calibri"/>
              </a:rPr>
              <a:t>може</a:t>
            </a:r>
            <a:r>
              <a:rPr lang="ru-RU" sz="2400" dirty="0">
                <a:cs typeface="Calibri"/>
              </a:rPr>
              <a:t> </a:t>
            </a:r>
            <a:r>
              <a:rPr lang="ru-RU" sz="2400" dirty="0" err="1">
                <a:cs typeface="Calibri"/>
              </a:rPr>
              <a:t>показати</a:t>
            </a:r>
            <a:r>
              <a:rPr lang="ru-RU" sz="2400" dirty="0">
                <a:cs typeface="Calibri"/>
              </a:rPr>
              <a:t> </a:t>
            </a:r>
            <a:r>
              <a:rPr lang="ru-RU" sz="2400" dirty="0" err="1">
                <a:cs typeface="Calibri"/>
              </a:rPr>
              <a:t>негативний</a:t>
            </a:r>
            <a:r>
              <a:rPr lang="ru-RU" sz="2400" dirty="0">
                <a:cs typeface="Calibri"/>
              </a:rPr>
              <a:t> </a:t>
            </a:r>
            <a:r>
              <a:rPr lang="ru-RU" sz="2400" spc="-10" dirty="0">
                <a:cs typeface="Calibri"/>
              </a:rPr>
              <a:t>результат</a:t>
            </a:r>
            <a:endParaRPr lang="uk-UA" sz="2400" dirty="0"/>
          </a:p>
          <a:p>
            <a:endParaRPr lang="uk-UA" dirty="0"/>
          </a:p>
          <a:p>
            <a:endParaRPr lang="uk-UA" dirty="0"/>
          </a:p>
          <a:p>
            <a:endParaRPr lang="uk-UA" dirty="0"/>
          </a:p>
        </p:txBody>
      </p:sp>
      <p:sp>
        <p:nvSpPr>
          <p:cNvPr id="6" name="object 15">
            <a:extLst>
              <a:ext uri="{FF2B5EF4-FFF2-40B4-BE49-F238E27FC236}">
                <a16:creationId xmlns:a16="http://schemas.microsoft.com/office/drawing/2014/main" id="{80D79989-739D-4918-8EDB-A2712714EB7F}"/>
              </a:ext>
            </a:extLst>
          </p:cNvPr>
          <p:cNvSpPr txBox="1">
            <a:spLocks/>
          </p:cNvSpPr>
          <p:nvPr/>
        </p:nvSpPr>
        <p:spPr>
          <a:xfrm>
            <a:off x="9937215" y="626746"/>
            <a:ext cx="1897687" cy="149079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9600" b="1" spc="-40" dirty="0">
                <a:solidFill>
                  <a:schemeClr val="bg1"/>
                </a:solidFill>
              </a:rPr>
              <a:t>NB!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6D0500B-B2A6-4A89-A38D-CB28CED8DC08}"/>
              </a:ext>
            </a:extLst>
          </p:cNvPr>
          <p:cNvSpPr/>
          <p:nvPr/>
        </p:nvSpPr>
        <p:spPr>
          <a:xfrm>
            <a:off x="487957" y="663593"/>
            <a:ext cx="5811397" cy="1156771"/>
          </a:xfrm>
          <a:prstGeom prst="rect">
            <a:avLst/>
          </a:prstGeom>
          <a:noFill/>
          <a:ln w="57150">
            <a:solidFill>
              <a:srgbClr val="4DB9B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8EA936-1812-4C43-AFD3-54F1E6FA181D}"/>
              </a:ext>
            </a:extLst>
          </p:cNvPr>
          <p:cNvSpPr txBox="1"/>
          <p:nvPr/>
        </p:nvSpPr>
        <p:spPr>
          <a:xfrm>
            <a:off x="2466401" y="2437913"/>
            <a:ext cx="3988106" cy="440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uk-UA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B485FF-236D-4CC4-88EE-50EC3B95EED8}"/>
              </a:ext>
            </a:extLst>
          </p:cNvPr>
          <p:cNvSpPr txBox="1"/>
          <p:nvPr/>
        </p:nvSpPr>
        <p:spPr>
          <a:xfrm>
            <a:off x="746853" y="801774"/>
            <a:ext cx="5552501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200" b="1" spc="-30" dirty="0"/>
              <a:t>ACTIM®</a:t>
            </a:r>
            <a:r>
              <a:rPr lang="ru-RU" sz="2200" b="1" spc="-190" dirty="0"/>
              <a:t> </a:t>
            </a:r>
            <a:r>
              <a:rPr lang="ru-RU" sz="2200" b="1" spc="-30" dirty="0"/>
              <a:t>PROM</a:t>
            </a:r>
            <a:r>
              <a:rPr lang="ru-RU" sz="2200" b="1" spc="-160" dirty="0"/>
              <a:t> </a:t>
            </a:r>
            <a:r>
              <a:rPr lang="ru-RU" sz="2200" dirty="0"/>
              <a:t>–</a:t>
            </a:r>
            <a:r>
              <a:rPr lang="ru-RU" sz="2200" spc="-165" dirty="0"/>
              <a:t> </a:t>
            </a:r>
            <a:r>
              <a:rPr lang="ru-RU" sz="2200" spc="-45" dirty="0"/>
              <a:t>НЕВЕЛИКА КІЛЬКІСТЬ КРОВІ </a:t>
            </a:r>
            <a:r>
              <a:rPr lang="ru-RU" sz="2200" spc="-175" dirty="0"/>
              <a:t> </a:t>
            </a:r>
            <a:r>
              <a:rPr lang="ru-RU" sz="2200" dirty="0"/>
              <a:t>НЕ</a:t>
            </a:r>
            <a:r>
              <a:rPr lang="ru-RU" sz="2200" spc="-170" dirty="0"/>
              <a:t> </a:t>
            </a:r>
            <a:r>
              <a:rPr lang="ru-RU" sz="2200" spc="-30" dirty="0"/>
              <a:t>ВПЛИВАЄ </a:t>
            </a:r>
            <a:r>
              <a:rPr lang="ru-RU" sz="2200" spc="-185" dirty="0"/>
              <a:t> </a:t>
            </a:r>
            <a:r>
              <a:rPr lang="ru-RU" sz="2200" dirty="0"/>
              <a:t>НА</a:t>
            </a:r>
            <a:r>
              <a:rPr lang="ru-RU" sz="2200" spc="-170" dirty="0"/>
              <a:t> </a:t>
            </a:r>
            <a:r>
              <a:rPr lang="ru-RU" sz="2200" spc="-10" dirty="0"/>
              <a:t>РЕЗУЛЬТАТ*!</a:t>
            </a:r>
          </a:p>
          <a:p>
            <a:endParaRPr lang="uk-UA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17076325-F6C5-4639-A64C-B2C2A88346A2}"/>
              </a:ext>
            </a:extLst>
          </p:cNvPr>
          <p:cNvSpPr/>
          <p:nvPr/>
        </p:nvSpPr>
        <p:spPr>
          <a:xfrm>
            <a:off x="1651840" y="2119530"/>
            <a:ext cx="6097836" cy="1636609"/>
          </a:xfrm>
          <a:prstGeom prst="rect">
            <a:avLst/>
          </a:prstGeom>
          <a:noFill/>
          <a:ln w="57150">
            <a:solidFill>
              <a:srgbClr val="4DB9B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1AD91A-D6D9-477D-9291-B6213F3224F6}"/>
              </a:ext>
            </a:extLst>
          </p:cNvPr>
          <p:cNvSpPr txBox="1"/>
          <p:nvPr/>
        </p:nvSpPr>
        <p:spPr>
          <a:xfrm>
            <a:off x="1954577" y="2174368"/>
            <a:ext cx="5712247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err="1">
                <a:cs typeface="Calibri"/>
              </a:rPr>
              <a:t>Наявність</a:t>
            </a:r>
            <a:r>
              <a:rPr lang="ru-RU" sz="2400" dirty="0">
                <a:cs typeface="Calibri"/>
              </a:rPr>
              <a:t> у </a:t>
            </a:r>
            <a:r>
              <a:rPr lang="ru-RU" sz="2400" dirty="0" err="1">
                <a:cs typeface="Calibri"/>
              </a:rPr>
              <a:t>зразках</a:t>
            </a:r>
            <a:r>
              <a:rPr lang="ru-RU" sz="2400" dirty="0">
                <a:cs typeface="Calibri"/>
              </a:rPr>
              <a:t> </a:t>
            </a:r>
            <a:r>
              <a:rPr lang="ru-RU" sz="2400" dirty="0" err="1">
                <a:cs typeface="Calibri"/>
              </a:rPr>
              <a:t>домішок</a:t>
            </a:r>
            <a:r>
              <a:rPr lang="ru-RU" sz="2400" dirty="0">
                <a:cs typeface="Calibri"/>
              </a:rPr>
              <a:t> </a:t>
            </a:r>
            <a:r>
              <a:rPr lang="ru-RU" sz="2400" dirty="0" err="1">
                <a:cs typeface="Calibri"/>
              </a:rPr>
              <a:t>сечі</a:t>
            </a:r>
            <a:r>
              <a:rPr lang="ru-RU" sz="2400" dirty="0">
                <a:cs typeface="Calibri"/>
              </a:rPr>
              <a:t>, </a:t>
            </a:r>
            <a:r>
              <a:rPr lang="ru-RU" sz="2400" dirty="0" err="1">
                <a:cs typeface="Calibri"/>
              </a:rPr>
              <a:t>сперми</a:t>
            </a:r>
            <a:r>
              <a:rPr lang="ru-RU" sz="2400" dirty="0">
                <a:cs typeface="Calibri"/>
              </a:rPr>
              <a:t>, </a:t>
            </a:r>
            <a:r>
              <a:rPr lang="ru-RU" sz="2400" dirty="0" err="1">
                <a:cs typeface="Calibri"/>
              </a:rPr>
              <a:t>лубрикантів</a:t>
            </a:r>
            <a:r>
              <a:rPr lang="ru-RU" sz="2400" dirty="0">
                <a:cs typeface="Calibri"/>
              </a:rPr>
              <a:t>, </a:t>
            </a:r>
            <a:r>
              <a:rPr lang="ru-RU" sz="2400" dirty="0" err="1">
                <a:cs typeface="Calibri"/>
              </a:rPr>
              <a:t>антимікробних</a:t>
            </a:r>
            <a:r>
              <a:rPr lang="ru-RU" sz="2400" dirty="0">
                <a:cs typeface="Calibri"/>
              </a:rPr>
              <a:t> </a:t>
            </a:r>
            <a:r>
              <a:rPr lang="ru-RU" sz="2400" dirty="0" err="1">
                <a:cs typeface="Calibri"/>
              </a:rPr>
              <a:t>вагінальних</a:t>
            </a:r>
            <a:r>
              <a:rPr lang="ru-RU" sz="2400" dirty="0">
                <a:cs typeface="Calibri"/>
              </a:rPr>
              <a:t> </a:t>
            </a:r>
            <a:r>
              <a:rPr lang="ru-RU" sz="2400" dirty="0" err="1">
                <a:cs typeface="Calibri"/>
              </a:rPr>
              <a:t>препаратів</a:t>
            </a:r>
            <a:r>
              <a:rPr lang="ru-RU" sz="2400" dirty="0">
                <a:cs typeface="Calibri"/>
              </a:rPr>
              <a:t> не </a:t>
            </a:r>
            <a:r>
              <a:rPr lang="ru-RU" sz="2400" dirty="0" err="1">
                <a:cs typeface="Calibri"/>
              </a:rPr>
              <a:t>впливає</a:t>
            </a:r>
            <a:r>
              <a:rPr lang="ru-RU" sz="2400" dirty="0">
                <a:cs typeface="Calibri"/>
              </a:rPr>
              <a:t> на </a:t>
            </a:r>
            <a:r>
              <a:rPr lang="ru-RU" sz="2400" dirty="0" err="1">
                <a:cs typeface="Calibri"/>
              </a:rPr>
              <a:t>результати</a:t>
            </a:r>
            <a:r>
              <a:rPr lang="ru-RU" sz="2400" dirty="0">
                <a:cs typeface="Calibri"/>
              </a:rPr>
              <a:t> </a:t>
            </a:r>
            <a:r>
              <a:rPr lang="ru-RU" sz="2400" dirty="0" err="1">
                <a:cs typeface="Calibri"/>
              </a:rPr>
              <a:t>тестування</a:t>
            </a:r>
            <a:r>
              <a:rPr lang="ru-RU" sz="2400" dirty="0">
                <a:cs typeface="Calibri"/>
              </a:rPr>
              <a:t>! </a:t>
            </a:r>
            <a:endParaRPr lang="ru-RU" sz="2400" spc="-10" dirty="0">
              <a:cs typeface="Calibri"/>
            </a:endParaRPr>
          </a:p>
          <a:p>
            <a:endParaRPr lang="uk-UA" dirty="0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29743E60-70EE-447D-B084-36F9F0B740EB}"/>
              </a:ext>
            </a:extLst>
          </p:cNvPr>
          <p:cNvSpPr/>
          <p:nvPr/>
        </p:nvSpPr>
        <p:spPr>
          <a:xfrm>
            <a:off x="2710149" y="4111920"/>
            <a:ext cx="5971142" cy="1625434"/>
          </a:xfrm>
          <a:prstGeom prst="rect">
            <a:avLst/>
          </a:prstGeom>
          <a:noFill/>
          <a:ln w="57150">
            <a:solidFill>
              <a:srgbClr val="4DB9B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3" name="object 3">
            <a:extLst>
              <a:ext uri="{FF2B5EF4-FFF2-40B4-BE49-F238E27FC236}">
                <a16:creationId xmlns:a16="http://schemas.microsoft.com/office/drawing/2014/main" id="{7DD6571A-F5C2-4E90-A9EC-6C6A266BBE44}"/>
              </a:ext>
            </a:extLst>
          </p:cNvPr>
          <p:cNvSpPr txBox="1">
            <a:spLocks/>
          </p:cNvSpPr>
          <p:nvPr/>
        </p:nvSpPr>
        <p:spPr>
          <a:xfrm>
            <a:off x="-55774" y="6204357"/>
            <a:ext cx="11890676" cy="790601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96240" marR="5080" lvl="1" indent="0">
              <a:lnSpc>
                <a:spcPct val="100000"/>
              </a:lnSpc>
              <a:spcBef>
                <a:spcPts val="270"/>
              </a:spcBef>
              <a:buClr>
                <a:srgbClr val="1CACE3"/>
              </a:buClr>
              <a:buSzPct val="95833"/>
              <a:buNone/>
              <a:tabLst>
                <a:tab pos="578485" algn="l"/>
              </a:tabLst>
            </a:pPr>
            <a:r>
              <a:rPr lang="uk-UA" sz="1400" dirty="0">
                <a:solidFill>
                  <a:srgbClr val="404040"/>
                </a:solidFill>
                <a:latin typeface="Calibri"/>
                <a:cs typeface="Calibri"/>
              </a:rPr>
              <a:t>*Коректні результати у пацієнток з  </a:t>
            </a:r>
            <a:r>
              <a:rPr lang="uk-UA" sz="1400" dirty="0" err="1">
                <a:solidFill>
                  <a:srgbClr val="404040"/>
                </a:solidFill>
                <a:latin typeface="Calibri"/>
                <a:cs typeface="Calibri"/>
              </a:rPr>
              <a:t>кровотечею</a:t>
            </a:r>
            <a:r>
              <a:rPr lang="uk-UA" sz="1400" dirty="0">
                <a:solidFill>
                  <a:srgbClr val="404040"/>
                </a:solidFill>
                <a:latin typeface="Calibri"/>
                <a:cs typeface="Calibri"/>
              </a:rPr>
              <a:t> доведено в клінічних випробуваннях:</a:t>
            </a:r>
          </a:p>
          <a:p>
            <a:pPr marL="396240" lvl="1" indent="0">
              <a:lnSpc>
                <a:spcPct val="100000"/>
              </a:lnSpc>
              <a:spcBef>
                <a:spcPts val="270"/>
              </a:spcBef>
              <a:buClr>
                <a:srgbClr val="1CACE3"/>
              </a:buClr>
              <a:buNone/>
              <a:tabLst>
                <a:tab pos="578485" algn="l"/>
              </a:tabLst>
            </a:pPr>
            <a:r>
              <a:rPr lang="en-US" sz="1400" dirty="0" err="1">
                <a:solidFill>
                  <a:srgbClr val="404040"/>
                </a:solidFill>
                <a:latin typeface="Calibri"/>
                <a:cs typeface="Calibri"/>
              </a:rPr>
              <a:t>Rutanen</a:t>
            </a:r>
            <a:r>
              <a:rPr lang="en-US" sz="14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1400" dirty="0">
                <a:solidFill>
                  <a:srgbClr val="404040"/>
                </a:solidFill>
                <a:latin typeface="Calibri"/>
                <a:cs typeface="Calibri"/>
              </a:rPr>
              <a:t>et</a:t>
            </a:r>
            <a:r>
              <a:rPr lang="en-US" sz="14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1400" dirty="0">
                <a:solidFill>
                  <a:srgbClr val="404040"/>
                </a:solidFill>
                <a:latin typeface="Calibri"/>
                <a:cs typeface="Calibri"/>
              </a:rPr>
              <a:t>al.</a:t>
            </a:r>
            <a:r>
              <a:rPr lang="en-US" sz="14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1400" spc="-20" dirty="0">
                <a:solidFill>
                  <a:srgbClr val="404040"/>
                </a:solidFill>
                <a:latin typeface="Calibri"/>
                <a:cs typeface="Calibri"/>
              </a:rPr>
              <a:t>1996</a:t>
            </a:r>
            <a:r>
              <a:rPr lang="uk-UA" sz="1400" spc="-20" dirty="0">
                <a:latin typeface="Calibri"/>
                <a:cs typeface="Calibri"/>
              </a:rPr>
              <a:t>, </a:t>
            </a:r>
            <a:r>
              <a:rPr lang="en-US" sz="1400" dirty="0">
                <a:solidFill>
                  <a:srgbClr val="404040"/>
                </a:solidFill>
                <a:latin typeface="Calibri"/>
                <a:cs typeface="Calibri"/>
              </a:rPr>
              <a:t>Kubota</a:t>
            </a:r>
            <a:r>
              <a:rPr lang="en-US" sz="14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1400" dirty="0">
                <a:solidFill>
                  <a:srgbClr val="404040"/>
                </a:solidFill>
                <a:latin typeface="Calibri"/>
                <a:cs typeface="Calibri"/>
              </a:rPr>
              <a:t>et</a:t>
            </a:r>
            <a:r>
              <a:rPr lang="en-US" sz="14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1400" dirty="0">
                <a:solidFill>
                  <a:srgbClr val="404040"/>
                </a:solidFill>
                <a:latin typeface="Calibri"/>
                <a:cs typeface="Calibri"/>
              </a:rPr>
              <a:t>al.</a:t>
            </a:r>
            <a:r>
              <a:rPr lang="en-US" sz="14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1400" spc="-20" dirty="0">
                <a:solidFill>
                  <a:srgbClr val="404040"/>
                </a:solidFill>
                <a:latin typeface="Calibri"/>
                <a:cs typeface="Calibri"/>
              </a:rPr>
              <a:t>1998</a:t>
            </a:r>
            <a:r>
              <a:rPr lang="uk-UA" sz="1400" dirty="0">
                <a:latin typeface="Calibri"/>
                <a:cs typeface="Calibri"/>
              </a:rPr>
              <a:t>, </a:t>
            </a:r>
            <a:r>
              <a:rPr lang="en-US" sz="1400" spc="-10" dirty="0" err="1">
                <a:solidFill>
                  <a:srgbClr val="404040"/>
                </a:solidFill>
                <a:latin typeface="Calibri"/>
                <a:cs typeface="Calibri"/>
              </a:rPr>
              <a:t>Guibourdenche</a:t>
            </a:r>
            <a:r>
              <a:rPr lang="en-US" sz="14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1400" dirty="0">
                <a:solidFill>
                  <a:srgbClr val="404040"/>
                </a:solidFill>
                <a:latin typeface="Calibri"/>
                <a:cs typeface="Calibri"/>
              </a:rPr>
              <a:t>et al.</a:t>
            </a:r>
            <a:r>
              <a:rPr lang="en-US" sz="14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1400" spc="-20" dirty="0">
                <a:solidFill>
                  <a:srgbClr val="404040"/>
                </a:solidFill>
                <a:latin typeface="Calibri"/>
                <a:cs typeface="Calibri"/>
              </a:rPr>
              <a:t>1999</a:t>
            </a:r>
            <a:r>
              <a:rPr lang="uk-UA" sz="1400" dirty="0">
                <a:latin typeface="Calibri"/>
                <a:cs typeface="Calibri"/>
              </a:rPr>
              <a:t>, </a:t>
            </a:r>
            <a:r>
              <a:rPr lang="en-US" sz="1400" spc="-10" dirty="0" err="1">
                <a:solidFill>
                  <a:srgbClr val="404040"/>
                </a:solidFill>
                <a:latin typeface="Calibri"/>
                <a:cs typeface="Calibri"/>
              </a:rPr>
              <a:t>Erdemoglu</a:t>
            </a:r>
            <a:r>
              <a:rPr lang="en-US" sz="14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14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lang="en-US" sz="14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1400" dirty="0" err="1">
                <a:solidFill>
                  <a:srgbClr val="404040"/>
                </a:solidFill>
                <a:latin typeface="Calibri"/>
                <a:cs typeface="Calibri"/>
              </a:rPr>
              <a:t>Mungan</a:t>
            </a:r>
            <a:r>
              <a:rPr lang="en-US" sz="14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1400" spc="-20" dirty="0">
                <a:solidFill>
                  <a:srgbClr val="404040"/>
                </a:solidFill>
                <a:latin typeface="Calibri"/>
                <a:cs typeface="Calibri"/>
              </a:rPr>
              <a:t>2004</a:t>
            </a:r>
            <a:r>
              <a:rPr lang="uk-UA" sz="1400" dirty="0">
                <a:latin typeface="Calibri"/>
                <a:cs typeface="Calibri"/>
              </a:rPr>
              <a:t>, </a:t>
            </a:r>
            <a:r>
              <a:rPr lang="en-US" sz="1400" spc="-10" dirty="0" err="1">
                <a:solidFill>
                  <a:srgbClr val="404040"/>
                </a:solidFill>
                <a:latin typeface="Calibri"/>
                <a:cs typeface="Calibri"/>
              </a:rPr>
              <a:t>Novikova</a:t>
            </a:r>
            <a:r>
              <a:rPr lang="en-US" sz="14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1400" dirty="0">
                <a:solidFill>
                  <a:srgbClr val="404040"/>
                </a:solidFill>
                <a:latin typeface="Calibri"/>
                <a:cs typeface="Calibri"/>
              </a:rPr>
              <a:t>et</a:t>
            </a:r>
            <a:r>
              <a:rPr lang="en-US" sz="14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1400" dirty="0">
                <a:solidFill>
                  <a:srgbClr val="404040"/>
                </a:solidFill>
                <a:latin typeface="Calibri"/>
                <a:cs typeface="Calibri"/>
              </a:rPr>
              <a:t>al.</a:t>
            </a:r>
            <a:r>
              <a:rPr lang="en-US" sz="1400" spc="-20" dirty="0">
                <a:solidFill>
                  <a:srgbClr val="404040"/>
                </a:solidFill>
                <a:latin typeface="Calibri"/>
                <a:cs typeface="Calibri"/>
              </a:rPr>
              <a:t> 2007</a:t>
            </a:r>
          </a:p>
          <a:p>
            <a:pPr marL="578485" lvl="1" indent="-182245">
              <a:lnSpc>
                <a:spcPct val="100000"/>
              </a:lnSpc>
              <a:spcBef>
                <a:spcPts val="430"/>
              </a:spcBef>
              <a:buClr>
                <a:srgbClr val="1CACE3"/>
              </a:buClr>
              <a:buFont typeface="Wingdings"/>
              <a:buChar char=""/>
              <a:tabLst>
                <a:tab pos="578485" algn="l"/>
              </a:tabLst>
            </a:pPr>
            <a:endParaRPr lang="en-US" sz="1400" dirty="0">
              <a:latin typeface="Calibri"/>
              <a:cs typeface="Calibri"/>
            </a:endParaRP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FBE3E546-9829-4A80-9A2C-78D91282BC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427" y="5184678"/>
            <a:ext cx="1934089" cy="925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1365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EA700D63-54A7-4C50-B3AB-C47472A825FF}"/>
              </a:ext>
            </a:extLst>
          </p:cNvPr>
          <p:cNvSpPr txBox="1"/>
          <p:nvPr/>
        </p:nvSpPr>
        <p:spPr>
          <a:xfrm>
            <a:off x="2263140" y="2641600"/>
            <a:ext cx="45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uk-UA" dirty="0"/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F34BDC3A-EDAA-4A0B-8793-587464FFEBA7}"/>
              </a:ext>
            </a:extLst>
          </p:cNvPr>
          <p:cNvSpPr/>
          <p:nvPr/>
        </p:nvSpPr>
        <p:spPr>
          <a:xfrm>
            <a:off x="-1287282" y="-713826"/>
            <a:ext cx="6051310" cy="566267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225BED1-0D93-4CC7-A709-0B3C3434CC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0168" y="120324"/>
            <a:ext cx="2870249" cy="673767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B5E0648-B32A-44CF-98F3-4D6151D1F917}"/>
              </a:ext>
            </a:extLst>
          </p:cNvPr>
          <p:cNvSpPr txBox="1"/>
          <p:nvPr/>
        </p:nvSpPr>
        <p:spPr>
          <a:xfrm>
            <a:off x="1371927" y="2059349"/>
            <a:ext cx="6477000" cy="43499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5600" marR="1392555" indent="-342900">
              <a:lnSpc>
                <a:spcPts val="2160"/>
              </a:lnSpc>
              <a:spcBef>
                <a:spcPts val="375"/>
              </a:spcBef>
              <a:buClr>
                <a:srgbClr val="1CACE3"/>
              </a:buClr>
              <a:buFont typeface="Wingdings"/>
              <a:buChar char=""/>
              <a:tabLst>
                <a:tab pos="355600" algn="l"/>
              </a:tabLst>
            </a:pPr>
            <a:endParaRPr lang="ru-RU" sz="1800" dirty="0">
              <a:solidFill>
                <a:srgbClr val="C00000"/>
              </a:solidFill>
              <a:latin typeface="Calibri"/>
              <a:cs typeface="Calibri"/>
            </a:endParaRPr>
          </a:p>
          <a:p>
            <a:pPr marL="355600" marR="1392555" indent="-342900">
              <a:lnSpc>
                <a:spcPts val="2800"/>
              </a:lnSpc>
              <a:spcBef>
                <a:spcPts val="375"/>
              </a:spcBef>
              <a:buClr>
                <a:srgbClr val="1CACE3"/>
              </a:buClr>
              <a:buFont typeface="Arial" panose="020B0604020202020204" pitchFamily="34" charset="0"/>
              <a:buChar char="•"/>
              <a:tabLst>
                <a:tab pos="355600" algn="l"/>
              </a:tabLst>
            </a:pPr>
            <a:r>
              <a:rPr lang="ru-RU" sz="2400" b="1" dirty="0" err="1">
                <a:latin typeface="Calibri"/>
                <a:cs typeface="Calibri"/>
              </a:rPr>
              <a:t>Висока</a:t>
            </a:r>
            <a:r>
              <a:rPr lang="ru-RU" sz="2400" b="1" spc="-60" dirty="0">
                <a:latin typeface="Calibri"/>
                <a:cs typeface="Calibri"/>
              </a:rPr>
              <a:t> </a:t>
            </a:r>
            <a:r>
              <a:rPr lang="ru-RU" sz="2400" b="1" dirty="0" err="1">
                <a:latin typeface="Calibri"/>
                <a:cs typeface="Calibri"/>
              </a:rPr>
              <a:t>точність</a:t>
            </a:r>
            <a:r>
              <a:rPr lang="ru-RU" sz="2400" b="1" spc="-75" dirty="0">
                <a:latin typeface="Calibri"/>
                <a:cs typeface="Calibri"/>
              </a:rPr>
              <a:t> </a:t>
            </a:r>
            <a:r>
              <a:rPr lang="ru-RU" sz="2400" b="1" dirty="0" err="1">
                <a:latin typeface="Calibri"/>
                <a:cs typeface="Calibri"/>
              </a:rPr>
              <a:t>діагностики</a:t>
            </a:r>
            <a:r>
              <a:rPr lang="ru-RU" sz="2400" b="1" spc="-80" dirty="0">
                <a:latin typeface="Calibri"/>
                <a:cs typeface="Calibri"/>
              </a:rPr>
              <a:t> </a:t>
            </a:r>
            <a:r>
              <a:rPr lang="ru-RU" sz="2400" b="1" dirty="0">
                <a:latin typeface="Calibri"/>
                <a:cs typeface="Calibri"/>
              </a:rPr>
              <a:t>ПРПО</a:t>
            </a:r>
            <a:r>
              <a:rPr lang="ru-RU" sz="2400" b="1" spc="-55" dirty="0">
                <a:latin typeface="Calibri"/>
                <a:cs typeface="Calibri"/>
              </a:rPr>
              <a:t> </a:t>
            </a:r>
            <a:r>
              <a:rPr lang="ru-RU" sz="2400" b="1" dirty="0">
                <a:latin typeface="Calibri"/>
                <a:cs typeface="Calibri"/>
              </a:rPr>
              <a:t>(в</a:t>
            </a:r>
            <a:r>
              <a:rPr lang="ru-RU" sz="2400" b="1" spc="-45" dirty="0">
                <a:latin typeface="Calibri"/>
                <a:cs typeface="Calibri"/>
              </a:rPr>
              <a:t> </a:t>
            </a:r>
            <a:r>
              <a:rPr lang="ru-RU" sz="2400" b="1" dirty="0">
                <a:latin typeface="Calibri"/>
                <a:cs typeface="Calibri"/>
              </a:rPr>
              <a:t>т.</a:t>
            </a:r>
            <a:r>
              <a:rPr lang="ru-RU" sz="2400" b="1" spc="-55" dirty="0">
                <a:latin typeface="Calibri"/>
                <a:cs typeface="Calibri"/>
              </a:rPr>
              <a:t> </a:t>
            </a:r>
            <a:r>
              <a:rPr lang="ru-RU" sz="2400" b="1" spc="-25" dirty="0">
                <a:latin typeface="Calibri"/>
                <a:cs typeface="Calibri"/>
              </a:rPr>
              <a:t>ч. </a:t>
            </a:r>
            <a:r>
              <a:rPr lang="ru-RU" sz="2400" b="1" spc="-10" dirty="0">
                <a:latin typeface="Calibri"/>
                <a:cs typeface="Calibri"/>
              </a:rPr>
              <a:t>МІКРОРОЗРИВІВ)</a:t>
            </a:r>
            <a:endParaRPr lang="ru-RU" sz="2400" b="1" dirty="0">
              <a:latin typeface="Calibri"/>
              <a:cs typeface="Calibri"/>
            </a:endParaRPr>
          </a:p>
          <a:p>
            <a:pPr marL="355600" marR="5080" indent="-342900">
              <a:lnSpc>
                <a:spcPts val="2800"/>
              </a:lnSpc>
              <a:spcBef>
                <a:spcPts val="1405"/>
              </a:spcBef>
              <a:buClr>
                <a:srgbClr val="1CACE3"/>
              </a:buClr>
              <a:buFont typeface="Arial" panose="020B0604020202020204" pitchFamily="34" charset="0"/>
              <a:buChar char="•"/>
              <a:tabLst>
                <a:tab pos="355600" algn="l"/>
              </a:tabLst>
            </a:pPr>
            <a:r>
              <a:rPr lang="ru-RU" sz="2400" b="1" dirty="0" err="1">
                <a:latin typeface="Calibri"/>
                <a:cs typeface="Calibri"/>
              </a:rPr>
              <a:t>Швидкий</a:t>
            </a:r>
            <a:r>
              <a:rPr lang="ru-RU" sz="2400" b="1" spc="-55" dirty="0">
                <a:latin typeface="Calibri"/>
                <a:cs typeface="Calibri"/>
              </a:rPr>
              <a:t> </a:t>
            </a:r>
            <a:r>
              <a:rPr lang="ru-RU" sz="2400" b="1" spc="-20" dirty="0">
                <a:latin typeface="Calibri"/>
                <a:cs typeface="Calibri"/>
              </a:rPr>
              <a:t>результат</a:t>
            </a:r>
            <a:r>
              <a:rPr lang="ru-RU" sz="2400" b="1" spc="-50" dirty="0">
                <a:latin typeface="Calibri"/>
                <a:cs typeface="Calibri"/>
              </a:rPr>
              <a:t> </a:t>
            </a:r>
            <a:r>
              <a:rPr lang="ru-RU" sz="2400" b="1" dirty="0">
                <a:latin typeface="Calibri"/>
                <a:cs typeface="Calibri"/>
              </a:rPr>
              <a:t>(5</a:t>
            </a:r>
            <a:r>
              <a:rPr lang="ru-RU" sz="2400" b="1" spc="-35" dirty="0">
                <a:latin typeface="Calibri"/>
                <a:cs typeface="Calibri"/>
              </a:rPr>
              <a:t> </a:t>
            </a:r>
            <a:r>
              <a:rPr lang="ru-RU" sz="2400" b="1" spc="-35" dirty="0" err="1">
                <a:latin typeface="Calibri"/>
                <a:cs typeface="Calibri"/>
              </a:rPr>
              <a:t>хв</a:t>
            </a:r>
            <a:r>
              <a:rPr lang="ru-RU" sz="2400" b="1" spc="-20" dirty="0">
                <a:latin typeface="Calibri"/>
                <a:cs typeface="Calibri"/>
              </a:rPr>
              <a:t>.)</a:t>
            </a:r>
            <a:endParaRPr lang="ru-RU" sz="2400" b="1" dirty="0">
              <a:latin typeface="Calibri"/>
              <a:cs typeface="Calibri"/>
            </a:endParaRPr>
          </a:p>
          <a:p>
            <a:pPr marL="355600" indent="-342900">
              <a:lnSpc>
                <a:spcPts val="2800"/>
              </a:lnSpc>
              <a:spcBef>
                <a:spcPts val="1165"/>
              </a:spcBef>
              <a:buClr>
                <a:srgbClr val="1CACE3"/>
              </a:buClr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ru-RU" sz="2400" b="1" dirty="0">
                <a:latin typeface="Calibri"/>
                <a:cs typeface="Calibri"/>
              </a:rPr>
              <a:t>Просто</a:t>
            </a:r>
            <a:r>
              <a:rPr lang="ru-RU" sz="2400" b="1" spc="-75" dirty="0">
                <a:latin typeface="Calibri"/>
                <a:cs typeface="Calibri"/>
              </a:rPr>
              <a:t> </a:t>
            </a:r>
            <a:r>
              <a:rPr lang="ru-RU" sz="2400" b="1" dirty="0">
                <a:latin typeface="Calibri"/>
                <a:cs typeface="Calibri"/>
              </a:rPr>
              <a:t>(не</a:t>
            </a:r>
            <a:r>
              <a:rPr lang="ru-RU" sz="2400" b="1" spc="-40" dirty="0">
                <a:latin typeface="Calibri"/>
                <a:cs typeface="Calibri"/>
              </a:rPr>
              <a:t> </a:t>
            </a:r>
            <a:r>
              <a:rPr lang="ru-RU" sz="2400" b="1" spc="-40" dirty="0" err="1">
                <a:latin typeface="Calibri"/>
                <a:cs typeface="Calibri"/>
              </a:rPr>
              <a:t>по</a:t>
            </a:r>
            <a:r>
              <a:rPr lang="ru-RU" sz="2400" b="1" spc="-10" dirty="0" err="1">
                <a:latin typeface="Calibri"/>
                <a:cs typeface="Calibri"/>
              </a:rPr>
              <a:t>требує</a:t>
            </a:r>
            <a:r>
              <a:rPr lang="ru-RU" sz="2400" b="1" spc="-10" dirty="0">
                <a:latin typeface="Calibri"/>
                <a:cs typeface="Calibri"/>
              </a:rPr>
              <a:t> </a:t>
            </a:r>
            <a:r>
              <a:rPr lang="ru-RU" sz="2400" b="1" spc="-10" dirty="0" err="1">
                <a:latin typeface="Calibri"/>
                <a:cs typeface="Calibri"/>
              </a:rPr>
              <a:t>додаткового</a:t>
            </a:r>
            <a:r>
              <a:rPr lang="ru-RU" sz="2400" b="1" spc="-10" dirty="0">
                <a:latin typeface="Calibri"/>
                <a:cs typeface="Calibri"/>
              </a:rPr>
              <a:t> </a:t>
            </a:r>
            <a:r>
              <a:rPr lang="ru-RU" sz="2400" b="1" spc="-10" dirty="0" err="1">
                <a:latin typeface="Calibri"/>
                <a:cs typeface="Calibri"/>
              </a:rPr>
              <a:t>обладнання</a:t>
            </a:r>
            <a:r>
              <a:rPr lang="ru-RU" sz="2400" b="1" spc="-10" dirty="0">
                <a:latin typeface="Calibri"/>
                <a:cs typeface="Calibri"/>
              </a:rPr>
              <a:t>)</a:t>
            </a:r>
            <a:endParaRPr lang="ru-RU" sz="2400" b="1" dirty="0">
              <a:latin typeface="Calibri"/>
              <a:cs typeface="Calibri"/>
            </a:endParaRPr>
          </a:p>
          <a:p>
            <a:pPr marL="355600" marR="733425" indent="-342900">
              <a:lnSpc>
                <a:spcPts val="2800"/>
              </a:lnSpc>
              <a:spcBef>
                <a:spcPts val="1435"/>
              </a:spcBef>
              <a:buClr>
                <a:srgbClr val="1CACE3"/>
              </a:buClr>
              <a:buFont typeface="Arial" panose="020B0604020202020204" pitchFamily="34" charset="0"/>
              <a:buChar char="•"/>
              <a:tabLst>
                <a:tab pos="355600" algn="l"/>
              </a:tabLst>
            </a:pPr>
            <a:r>
              <a:rPr lang="ru-RU" sz="2400" b="1" dirty="0" err="1">
                <a:latin typeface="Calibri"/>
                <a:cs typeface="Calibri"/>
              </a:rPr>
              <a:t>Можливість</a:t>
            </a:r>
            <a:r>
              <a:rPr lang="ru-RU" sz="2400" b="1" spc="-45" dirty="0">
                <a:latin typeface="Calibri"/>
                <a:cs typeface="Calibri"/>
              </a:rPr>
              <a:t> </a:t>
            </a:r>
            <a:r>
              <a:rPr lang="ru-RU" sz="2400" b="1" spc="-10" dirty="0" err="1">
                <a:latin typeface="Calibri"/>
                <a:cs typeface="Calibri"/>
              </a:rPr>
              <a:t>аргументувати</a:t>
            </a:r>
            <a:r>
              <a:rPr lang="ru-RU" sz="2400" b="1" spc="-10" dirty="0">
                <a:latin typeface="Calibri"/>
                <a:cs typeface="Calibri"/>
              </a:rPr>
              <a:t> </a:t>
            </a:r>
            <a:r>
              <a:rPr lang="ru-RU" sz="2400" b="1" spc="-10" dirty="0" err="1">
                <a:latin typeface="Calibri"/>
                <a:cs typeface="Calibri"/>
              </a:rPr>
              <a:t>лікувальну</a:t>
            </a:r>
            <a:r>
              <a:rPr lang="ru-RU" sz="2400" b="1" spc="-45" dirty="0">
                <a:latin typeface="Calibri"/>
                <a:cs typeface="Calibri"/>
              </a:rPr>
              <a:t> </a:t>
            </a:r>
            <a:r>
              <a:rPr lang="ru-RU" sz="2400" b="1" spc="-10" dirty="0">
                <a:latin typeface="Calibri"/>
                <a:cs typeface="Calibri"/>
              </a:rPr>
              <a:t>тактику </a:t>
            </a:r>
            <a:r>
              <a:rPr lang="ru-RU" sz="2400" b="1" dirty="0" err="1">
                <a:latin typeface="Calibri"/>
                <a:cs typeface="Calibri"/>
              </a:rPr>
              <a:t>ведення</a:t>
            </a:r>
            <a:r>
              <a:rPr lang="ru-RU" sz="2400" b="1" dirty="0">
                <a:latin typeface="Calibri"/>
                <a:cs typeface="Calibri"/>
              </a:rPr>
              <a:t> </a:t>
            </a:r>
            <a:r>
              <a:rPr lang="ru-RU" sz="2400" b="1" dirty="0" err="1">
                <a:latin typeface="Calibri"/>
                <a:cs typeface="Calibri"/>
              </a:rPr>
              <a:t>вагітної</a:t>
            </a:r>
            <a:r>
              <a:rPr lang="ru-RU" sz="2400" b="1" dirty="0">
                <a:latin typeface="Calibri"/>
                <a:cs typeface="Calibri"/>
              </a:rPr>
              <a:t> </a:t>
            </a:r>
            <a:r>
              <a:rPr lang="ru-RU" sz="2400" b="1" spc="-90" dirty="0">
                <a:latin typeface="Calibri"/>
                <a:cs typeface="Calibri"/>
              </a:rPr>
              <a:t> </a:t>
            </a:r>
          </a:p>
          <a:p>
            <a:pPr marL="355600" marR="733425" indent="-342900">
              <a:lnSpc>
                <a:spcPts val="2800"/>
              </a:lnSpc>
              <a:spcBef>
                <a:spcPts val="1435"/>
              </a:spcBef>
              <a:buClr>
                <a:srgbClr val="1CACE3"/>
              </a:buClr>
              <a:buFont typeface="Arial" panose="020B0604020202020204" pitchFamily="34" charset="0"/>
              <a:buChar char="•"/>
              <a:tabLst>
                <a:tab pos="355600" algn="l"/>
              </a:tabLst>
            </a:pPr>
            <a:r>
              <a:rPr lang="ru-RU" sz="2400" b="1" dirty="0" err="1">
                <a:latin typeface="Calibri"/>
                <a:cs typeface="Calibri"/>
              </a:rPr>
              <a:t>Можливість</a:t>
            </a:r>
            <a:r>
              <a:rPr lang="ru-RU" sz="2400" b="1" spc="-95" dirty="0">
                <a:latin typeface="Calibri"/>
                <a:cs typeface="Calibri"/>
              </a:rPr>
              <a:t> </a:t>
            </a:r>
            <a:r>
              <a:rPr lang="ru-RU" sz="2400" b="1" spc="-10" dirty="0" err="1">
                <a:latin typeface="Calibri"/>
                <a:cs typeface="Calibri"/>
              </a:rPr>
              <a:t>попередити</a:t>
            </a:r>
            <a:r>
              <a:rPr lang="ru-RU" sz="2400" b="1" spc="-10" dirty="0">
                <a:latin typeface="Calibri"/>
                <a:cs typeface="Calibri"/>
              </a:rPr>
              <a:t> </a:t>
            </a:r>
            <a:r>
              <a:rPr lang="ru-RU" sz="2400" b="1" spc="-10" dirty="0" err="1">
                <a:latin typeface="Calibri"/>
                <a:cs typeface="Calibri"/>
              </a:rPr>
              <a:t>негативні</a:t>
            </a:r>
            <a:r>
              <a:rPr lang="ru-RU" sz="2400" b="1" spc="-10" dirty="0">
                <a:latin typeface="Calibri"/>
                <a:cs typeface="Calibri"/>
              </a:rPr>
              <a:t> </a:t>
            </a:r>
            <a:r>
              <a:rPr lang="ru-RU" sz="2400" b="1" spc="-10" dirty="0" err="1">
                <a:latin typeface="Calibri"/>
                <a:cs typeface="Calibri"/>
              </a:rPr>
              <a:t>наслідки</a:t>
            </a:r>
            <a:r>
              <a:rPr lang="ru-RU" sz="2400" b="1" spc="-10" dirty="0">
                <a:latin typeface="Calibri"/>
                <a:cs typeface="Calibri"/>
              </a:rPr>
              <a:t> </a:t>
            </a:r>
            <a:r>
              <a:rPr lang="ru-RU" sz="2400" b="1" dirty="0">
                <a:latin typeface="Calibri"/>
                <a:cs typeface="Calibri"/>
              </a:rPr>
              <a:t>ПРПО</a:t>
            </a:r>
            <a:r>
              <a:rPr lang="ru-RU" sz="2400" b="1" spc="-50" dirty="0">
                <a:latin typeface="Calibri"/>
                <a:cs typeface="Calibri"/>
              </a:rPr>
              <a:t> </a:t>
            </a:r>
            <a:r>
              <a:rPr lang="ru-RU" sz="2400" b="1" dirty="0">
                <a:latin typeface="Calibri"/>
                <a:cs typeface="Calibri"/>
              </a:rPr>
              <a:t>для</a:t>
            </a:r>
            <a:r>
              <a:rPr lang="ru-RU" sz="2400" b="1" spc="-40" dirty="0">
                <a:latin typeface="Calibri"/>
                <a:cs typeface="Calibri"/>
              </a:rPr>
              <a:t> </a:t>
            </a:r>
            <a:r>
              <a:rPr lang="ru-RU" sz="2400" b="1" dirty="0" err="1">
                <a:latin typeface="Calibri"/>
                <a:cs typeface="Calibri"/>
              </a:rPr>
              <a:t>жінки</a:t>
            </a:r>
            <a:r>
              <a:rPr lang="ru-RU" sz="2400" b="1" dirty="0">
                <a:latin typeface="Calibri"/>
                <a:cs typeface="Calibri"/>
              </a:rPr>
              <a:t> та </a:t>
            </a:r>
            <a:r>
              <a:rPr lang="ru-RU" sz="2400" b="1" dirty="0" err="1">
                <a:latin typeface="Calibri"/>
                <a:cs typeface="Calibri"/>
              </a:rPr>
              <a:t>дитини</a:t>
            </a:r>
            <a:endParaRPr lang="uk-UA" sz="2400" b="1" dirty="0"/>
          </a:p>
        </p:txBody>
      </p:sp>
      <p:sp>
        <p:nvSpPr>
          <p:cNvPr id="12" name="object 2">
            <a:extLst>
              <a:ext uri="{FF2B5EF4-FFF2-40B4-BE49-F238E27FC236}">
                <a16:creationId xmlns:a16="http://schemas.microsoft.com/office/drawing/2014/main" id="{297A883D-BDD3-466C-9810-422090A24CDE}"/>
              </a:ext>
            </a:extLst>
          </p:cNvPr>
          <p:cNvSpPr txBox="1">
            <a:spLocks/>
          </p:cNvSpPr>
          <p:nvPr/>
        </p:nvSpPr>
        <p:spPr>
          <a:xfrm>
            <a:off x="955122" y="551918"/>
            <a:ext cx="9661525" cy="1327671"/>
          </a:xfrm>
          <a:prstGeom prst="rect">
            <a:avLst/>
          </a:prstGeom>
        </p:spPr>
        <p:txBody>
          <a:bodyPr vert="horz" wrap="square" lIns="0" tIns="583311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4800" b="1" spc="-30" dirty="0">
                <a:solidFill>
                  <a:srgbClr val="4CB7B7"/>
                </a:solidFill>
              </a:rPr>
              <a:t>ACTIM®</a:t>
            </a:r>
            <a:r>
              <a:rPr lang="en-US" sz="4800" b="1" spc="-200" dirty="0">
                <a:solidFill>
                  <a:srgbClr val="4CB7B7"/>
                </a:solidFill>
              </a:rPr>
              <a:t> </a:t>
            </a:r>
            <a:r>
              <a:rPr lang="en-US" sz="4800" b="1" spc="-45" dirty="0">
                <a:solidFill>
                  <a:srgbClr val="4CB7B7"/>
                </a:solidFill>
              </a:rPr>
              <a:t>PROM:</a:t>
            </a:r>
            <a:r>
              <a:rPr lang="en-US" sz="4800" b="1" spc="-180" dirty="0">
                <a:solidFill>
                  <a:srgbClr val="4CB7B7"/>
                </a:solidFill>
              </a:rPr>
              <a:t> </a:t>
            </a:r>
            <a:r>
              <a:rPr lang="uk-UA" sz="4800" b="1" spc="-30" dirty="0">
                <a:solidFill>
                  <a:srgbClr val="4CB7B7"/>
                </a:solidFill>
              </a:rPr>
              <a:t>ПЕРЕВАГИ!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F4D06F4-AE58-4321-AC15-083E0A5991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3" y="6137311"/>
            <a:ext cx="1446927" cy="69232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B1BB094-241A-4747-A8DE-A6283CE3B8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687239" cy="686689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0166B94-8A1F-4313-8CDD-4FB9199D3064}"/>
              </a:ext>
            </a:extLst>
          </p:cNvPr>
          <p:cNvSpPr txBox="1"/>
          <p:nvPr/>
        </p:nvSpPr>
        <p:spPr>
          <a:xfrm>
            <a:off x="7004449" y="3855904"/>
            <a:ext cx="500900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3200" b="1" dirty="0">
                <a:solidFill>
                  <a:srgbClr val="49B1B0"/>
                </a:solidFill>
              </a:rPr>
              <a:t>Запорука точного діагнозу в екстреній ситуації!</a:t>
            </a:r>
            <a:endParaRPr lang="uk-UA" sz="3200" dirty="0">
              <a:solidFill>
                <a:srgbClr val="49B1B0"/>
              </a:solidFill>
            </a:endParaRPr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595882C3-8B01-4DEF-9A8B-578393C6B73C}"/>
              </a:ext>
            </a:extLst>
          </p:cNvPr>
          <p:cNvSpPr txBox="1">
            <a:spLocks/>
          </p:cNvSpPr>
          <p:nvPr/>
        </p:nvSpPr>
        <p:spPr>
          <a:xfrm>
            <a:off x="6687239" y="2869894"/>
            <a:ext cx="5643422" cy="844462"/>
          </a:xfrm>
          <a:prstGeom prst="rect">
            <a:avLst/>
          </a:prstGeom>
        </p:spPr>
        <p:txBody>
          <a:bodyPr vert="horz" wrap="square" lIns="0" tIns="13335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5400" b="1" spc="-30" dirty="0"/>
              <a:t>ACTIM®</a:t>
            </a:r>
            <a:r>
              <a:rPr lang="en-US" sz="5400" b="1" spc="-204" dirty="0"/>
              <a:t> </a:t>
            </a:r>
            <a:r>
              <a:rPr lang="en-US" sz="5400" b="1" spc="-40" dirty="0"/>
              <a:t>PROM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707138A-847D-43E4-8E18-FB72DAB1C5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8759" y="203545"/>
            <a:ext cx="1934089" cy="925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0402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B169D80-7723-9C79-5008-F148EB4466E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5521" y="197251"/>
            <a:ext cx="6166479" cy="616647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35B0CD2-0969-DC06-9573-3981452B6A9D}"/>
              </a:ext>
            </a:extLst>
          </p:cNvPr>
          <p:cNvSpPr txBox="1"/>
          <p:nvPr/>
        </p:nvSpPr>
        <p:spPr>
          <a:xfrm>
            <a:off x="941173" y="1681486"/>
            <a:ext cx="480906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SOLO </a:t>
            </a:r>
            <a:r>
              <a:rPr lang="ru-RU" b="1" dirty="0" err="1"/>
              <a:t>mini</a:t>
            </a:r>
            <a:r>
              <a:rPr lang="ru-RU" b="1" dirty="0"/>
              <a:t>®– </a:t>
            </a:r>
            <a:r>
              <a:rPr lang="ru-RU" b="1" dirty="0" err="1"/>
              <a:t>набір</a:t>
            </a:r>
            <a:r>
              <a:rPr lang="ru-RU" b="1" dirty="0"/>
              <a:t> </a:t>
            </a:r>
            <a:r>
              <a:rPr lang="ru-RU" b="1" dirty="0" err="1"/>
              <a:t>із</a:t>
            </a:r>
            <a:r>
              <a:rPr lang="ru-RU" b="1" dirty="0"/>
              <a:t> </a:t>
            </a:r>
            <a:r>
              <a:rPr lang="ru-RU" b="1" dirty="0">
                <a:solidFill>
                  <a:srgbClr val="FF0000"/>
                </a:solidFill>
              </a:rPr>
              <a:t>5 тест-</a:t>
            </a:r>
            <a:r>
              <a:rPr lang="ru-RU" b="1" dirty="0" err="1">
                <a:solidFill>
                  <a:srgbClr val="FF0000"/>
                </a:solidFill>
              </a:rPr>
              <a:t>смужок</a:t>
            </a:r>
            <a:r>
              <a:rPr lang="ru-RU" b="1" dirty="0">
                <a:solidFill>
                  <a:srgbClr val="FF0000"/>
                </a:solidFill>
              </a:rPr>
              <a:t> </a:t>
            </a:r>
            <a:r>
              <a:rPr lang="ru-RU" b="1" dirty="0"/>
              <a:t>на </a:t>
            </a:r>
            <a:r>
              <a:rPr lang="ru-RU" b="1" dirty="0" err="1"/>
              <a:t>овуляцію</a:t>
            </a:r>
            <a:r>
              <a:rPr lang="ru-RU" b="1" dirty="0"/>
              <a:t> для </a:t>
            </a:r>
            <a:r>
              <a:rPr lang="ru-RU" b="1" dirty="0" err="1"/>
              <a:t>визначення</a:t>
            </a:r>
            <a:r>
              <a:rPr lang="ru-RU" b="1" dirty="0"/>
              <a:t> фертильного </a:t>
            </a:r>
            <a:r>
              <a:rPr lang="ru-RU" b="1" dirty="0" err="1"/>
              <a:t>періоду</a:t>
            </a:r>
            <a:r>
              <a:rPr lang="ru-RU" b="1" dirty="0"/>
              <a:t> у </a:t>
            </a:r>
            <a:r>
              <a:rPr lang="ru-RU" b="1" dirty="0" err="1"/>
              <a:t>жінки</a:t>
            </a:r>
            <a:r>
              <a:rPr lang="ru-RU" b="1" dirty="0"/>
              <a:t>.</a:t>
            </a:r>
          </a:p>
          <a:p>
            <a:endParaRPr lang="ru-RU" b="1" dirty="0"/>
          </a:p>
          <a:p>
            <a:endParaRPr lang="ru-RU" b="1" dirty="0"/>
          </a:p>
          <a:p>
            <a:r>
              <a:rPr lang="uk-UA" i="1" dirty="0"/>
              <a:t>Визначає підвищення рівня </a:t>
            </a:r>
            <a:r>
              <a:rPr lang="uk-UA" b="1" i="1" dirty="0" err="1"/>
              <a:t>лютеїнізуючого</a:t>
            </a:r>
            <a:r>
              <a:rPr lang="uk-UA" b="1" i="1" dirty="0"/>
              <a:t> гормону (ЛГ)</a:t>
            </a:r>
            <a:r>
              <a:rPr lang="uk-UA" i="1" dirty="0"/>
              <a:t>, що передує овуляції.</a:t>
            </a:r>
          </a:p>
          <a:p>
            <a:endParaRPr lang="uk-UA" b="1" dirty="0">
              <a:effectLst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E670BC-2E60-0963-A4F6-1FD1E54AF734}"/>
              </a:ext>
            </a:extLst>
          </p:cNvPr>
          <p:cNvSpPr txBox="1"/>
          <p:nvPr/>
        </p:nvSpPr>
        <p:spPr>
          <a:xfrm>
            <a:off x="858795" y="628233"/>
            <a:ext cx="61783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/>
              <a:t>Тест на </a:t>
            </a:r>
            <a:r>
              <a:rPr lang="ru-RU" sz="3200" b="1" dirty="0" err="1"/>
              <a:t>овуляцію</a:t>
            </a:r>
            <a:r>
              <a:rPr lang="ru-RU" sz="3200" b="1" dirty="0"/>
              <a:t> SOLO </a:t>
            </a:r>
            <a:r>
              <a:rPr lang="ru-RU" sz="3200" b="1" dirty="0" err="1"/>
              <a:t>mini</a:t>
            </a:r>
            <a:r>
              <a:rPr lang="ru-RU" sz="3200" b="1" dirty="0"/>
              <a:t>®</a:t>
            </a:r>
            <a:endParaRPr lang="uk-UA" sz="32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26005E-4A43-AB8F-361E-5F94B2BED910}"/>
              </a:ext>
            </a:extLst>
          </p:cNvPr>
          <p:cNvSpPr txBox="1"/>
          <p:nvPr/>
        </p:nvSpPr>
        <p:spPr>
          <a:xfrm>
            <a:off x="304686" y="4275108"/>
            <a:ext cx="79661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b="1" dirty="0" err="1">
                <a:solidFill>
                  <a:srgbClr val="FF0000"/>
                </a:solidFill>
              </a:rPr>
              <a:t>Точність</a:t>
            </a:r>
            <a:r>
              <a:rPr lang="ru-RU" dirty="0"/>
              <a:t> у </a:t>
            </a:r>
            <a:r>
              <a:rPr lang="ru-RU" dirty="0" err="1"/>
              <a:t>визначенні</a:t>
            </a:r>
            <a:r>
              <a:rPr lang="ru-RU" dirty="0"/>
              <a:t> </a:t>
            </a:r>
            <a:r>
              <a:rPr lang="ru-RU" dirty="0" err="1"/>
              <a:t>періоду</a:t>
            </a:r>
            <a:r>
              <a:rPr lang="ru-RU" dirty="0"/>
              <a:t> </a:t>
            </a:r>
            <a:r>
              <a:rPr lang="ru-RU" dirty="0" err="1"/>
              <a:t>овуляції</a:t>
            </a:r>
            <a:r>
              <a:rPr lang="ru-RU" dirty="0"/>
              <a:t>  становить </a:t>
            </a:r>
            <a:r>
              <a:rPr lang="ru-RU" b="1" u="sng" dirty="0">
                <a:solidFill>
                  <a:srgbClr val="FF0000"/>
                </a:solidFill>
              </a:rPr>
              <a:t>99,9%!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ru-RU" b="1" u="sng" dirty="0">
              <a:solidFill>
                <a:srgbClr val="FF00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dirty="0" err="1"/>
              <a:t>Швидкий</a:t>
            </a:r>
            <a:r>
              <a:rPr lang="ru-RU" dirty="0"/>
              <a:t> результат — </a:t>
            </a:r>
            <a:r>
              <a:rPr lang="ru-RU" b="1" dirty="0">
                <a:solidFill>
                  <a:srgbClr val="FF0000"/>
                </a:solidFill>
              </a:rPr>
              <a:t>5 </a:t>
            </a:r>
            <a:r>
              <a:rPr lang="ru-RU" b="1" dirty="0" err="1">
                <a:solidFill>
                  <a:srgbClr val="FF0000"/>
                </a:solidFill>
              </a:rPr>
              <a:t>хвилин</a:t>
            </a:r>
            <a:r>
              <a:rPr lang="ru-RU" b="1" dirty="0">
                <a:solidFill>
                  <a:srgbClr val="FF0000"/>
                </a:solidFill>
              </a:rPr>
              <a:t>.</a:t>
            </a:r>
            <a:endParaRPr lang="uk-UA" b="1" u="sng" dirty="0">
              <a:solidFill>
                <a:srgbClr val="FF0000"/>
              </a:solidFill>
            </a:endParaRPr>
          </a:p>
          <a:p>
            <a:endParaRPr lang="uk-UA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C4B6A40-AF0A-C158-B299-6CC6D2F84F7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760735"/>
            <a:ext cx="12192000" cy="1097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995723"/>
      </p:ext>
    </p:extLst>
  </p:cSld>
  <p:clrMapOvr>
    <a:masterClrMapping/>
  </p:clrMapOvr>
</p:sld>
</file>

<file path=ppt/theme/theme1.xml><?xml version="1.0" encoding="utf-8"?>
<a:theme xmlns:a="http://schemas.openxmlformats.org/drawingml/2006/main" name="Ретроспектива">
  <a:themeElements>
    <a:clrScheme name="Ретроспектива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Ретроспектива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спектива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1_Ретроспектива">
  <a:themeElements>
    <a:clrScheme name="Ретроспектива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Ретроспектива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спектива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3.xml><?xml version="1.0" encoding="utf-8"?>
<a:theme xmlns:a="http://schemas.openxmlformats.org/drawingml/2006/main" name="Тема Office">
  <a:themeElements>
    <a:clrScheme name="Красный и фиолетовый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4595</TotalTime>
  <Words>966</Words>
  <Application>Microsoft Office PowerPoint</Application>
  <PresentationFormat>Широкий екран</PresentationFormat>
  <Paragraphs>127</Paragraphs>
  <Slides>19</Slides>
  <Notes>4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5</vt:i4>
      </vt:variant>
      <vt:variant>
        <vt:lpstr>Тема</vt:lpstr>
      </vt:variant>
      <vt:variant>
        <vt:i4>3</vt:i4>
      </vt:variant>
      <vt:variant>
        <vt:lpstr>Заголовки слайдів</vt:lpstr>
      </vt:variant>
      <vt:variant>
        <vt:i4>19</vt:i4>
      </vt:variant>
    </vt:vector>
  </HeadingPairs>
  <TitlesOfParts>
    <vt:vector size="27" baseType="lpstr">
      <vt:lpstr>Arial</vt:lpstr>
      <vt:lpstr>Calibri</vt:lpstr>
      <vt:lpstr>Calibri Light</vt:lpstr>
      <vt:lpstr>Times New Roman</vt:lpstr>
      <vt:lpstr>Wingdings</vt:lpstr>
      <vt:lpstr>Ретроспектива</vt:lpstr>
      <vt:lpstr>1_Ретроспектива</vt:lpstr>
      <vt:lpstr>Тема Office</vt:lpstr>
      <vt:lpstr> CITOLAB® pH швидка допомога при діагностиці збудників вагінальних інфекцій у жінок з АВВ</vt:lpstr>
      <vt:lpstr>Презентація PowerPoint</vt:lpstr>
      <vt:lpstr>Презентація PowerPoint</vt:lpstr>
      <vt:lpstr>Багатоцентрове дослідження проведене в Україні  за участю 45 295 пацієнток зі скаргами на АВВ показало наступний розподіл основних причин1: </vt:lpstr>
      <vt:lpstr>Презентація PowerPoint</vt:lpstr>
      <vt:lpstr>Презентація PowerPoint</vt:lpstr>
      <vt:lpstr>  Аномальні вагінальні виділення:  стандарти діагностики  та лікування.   15.12.2022 р.  </vt:lpstr>
      <vt:lpstr> Стандарти медичної допомоги  «Аномальні вагінальні виділення»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ACTIM® PROM: ПРИНЦИП ТЕСТУ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Master</dc:creator>
  <cp:lastModifiedBy>Pharmasco Hrytsenko</cp:lastModifiedBy>
  <cp:revision>599</cp:revision>
  <cp:lastPrinted>2021-12-03T09:06:08Z</cp:lastPrinted>
  <dcterms:created xsi:type="dcterms:W3CDTF">2021-02-26T10:01:10Z</dcterms:created>
  <dcterms:modified xsi:type="dcterms:W3CDTF">2026-04-14T06:18:22Z</dcterms:modified>
</cp:coreProperties>
</file>